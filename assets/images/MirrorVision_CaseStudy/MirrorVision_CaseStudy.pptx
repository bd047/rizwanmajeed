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5" autoAdjust="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69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A45EA4-CC36-4094-B7AE-09E18EA4953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F9857C7-D468-498C-95BC-A5A01F7695CD}">
      <dgm:prSet/>
      <dgm:spPr/>
      <dgm:t>
        <a:bodyPr/>
        <a:lstStyle/>
        <a:p>
          <a:r>
            <a:rPr lang="en-US"/>
            <a:t>Mirror Vision needed a complete rebuild of their flagship app to stay competitive.</a:t>
          </a:r>
        </a:p>
      </dgm:t>
    </dgm:pt>
    <dgm:pt modelId="{8954EA23-F598-4084-88FC-750A49CBF862}" type="parTrans" cxnId="{8E42D2B3-5E57-4185-ADF6-4863DE2A534C}">
      <dgm:prSet/>
      <dgm:spPr/>
      <dgm:t>
        <a:bodyPr/>
        <a:lstStyle/>
        <a:p>
          <a:endParaRPr lang="en-US"/>
        </a:p>
      </dgm:t>
    </dgm:pt>
    <dgm:pt modelId="{4B25D504-677B-4484-95A2-94BA085F8B4F}" type="sibTrans" cxnId="{8E42D2B3-5E57-4185-ADF6-4863DE2A534C}">
      <dgm:prSet/>
      <dgm:spPr/>
      <dgm:t>
        <a:bodyPr/>
        <a:lstStyle/>
        <a:p>
          <a:endParaRPr lang="en-US"/>
        </a:p>
      </dgm:t>
    </dgm:pt>
    <dgm:pt modelId="{835F162D-3421-4E75-BC04-9BEF4484D16C}">
      <dgm:prSet/>
      <dgm:spPr/>
      <dgm:t>
        <a:bodyPr/>
        <a:lstStyle/>
        <a:p>
          <a:r>
            <a:rPr lang="en-US"/>
            <a:t>Their vision: a smooth, reliable, AI-powered golf training experience.</a:t>
          </a:r>
        </a:p>
      </dgm:t>
    </dgm:pt>
    <dgm:pt modelId="{D6AA9ED2-EE33-4B55-8454-AA7E2B8994AE}" type="parTrans" cxnId="{3AF066DA-8223-4A86-9BFF-6834B875EE97}">
      <dgm:prSet/>
      <dgm:spPr/>
      <dgm:t>
        <a:bodyPr/>
        <a:lstStyle/>
        <a:p>
          <a:endParaRPr lang="en-US"/>
        </a:p>
      </dgm:t>
    </dgm:pt>
    <dgm:pt modelId="{D236A296-1D1A-44B3-A6F0-F966AD1C999D}" type="sibTrans" cxnId="{3AF066DA-8223-4A86-9BFF-6834B875EE97}">
      <dgm:prSet/>
      <dgm:spPr/>
      <dgm:t>
        <a:bodyPr/>
        <a:lstStyle/>
        <a:p>
          <a:endParaRPr lang="en-US"/>
        </a:p>
      </dgm:t>
    </dgm:pt>
    <dgm:pt modelId="{43544CE7-F737-43BC-90D8-9D7B86522325}">
      <dgm:prSet/>
      <dgm:spPr/>
      <dgm:t>
        <a:bodyPr/>
        <a:lstStyle/>
        <a:p>
          <a:r>
            <a:rPr lang="en-US"/>
            <a:t>Our expertise in iOS development, AI integration, and real-time systems made us the right partner.</a:t>
          </a:r>
        </a:p>
      </dgm:t>
    </dgm:pt>
    <dgm:pt modelId="{41CF5A6C-9DDD-4E3B-B5BB-AAEC6D71F0AB}" type="parTrans" cxnId="{2B5A1BA6-B2AA-4212-A4B1-EE79F245AEA6}">
      <dgm:prSet/>
      <dgm:spPr/>
      <dgm:t>
        <a:bodyPr/>
        <a:lstStyle/>
        <a:p>
          <a:endParaRPr lang="en-US"/>
        </a:p>
      </dgm:t>
    </dgm:pt>
    <dgm:pt modelId="{1161167F-32EF-4545-9C1E-F76B10E6718A}" type="sibTrans" cxnId="{2B5A1BA6-B2AA-4212-A4B1-EE79F245AEA6}">
      <dgm:prSet/>
      <dgm:spPr/>
      <dgm:t>
        <a:bodyPr/>
        <a:lstStyle/>
        <a:p>
          <a:endParaRPr lang="en-US"/>
        </a:p>
      </dgm:t>
    </dgm:pt>
    <dgm:pt modelId="{88D80AE7-F127-4029-B8E2-F5168362BA74}">
      <dgm:prSet/>
      <dgm:spPr/>
      <dgm:t>
        <a:bodyPr/>
        <a:lstStyle/>
        <a:p>
          <a:r>
            <a:rPr lang="en-US"/>
            <a:t>The goal: deliver a future-ready app with world-class user experience.</a:t>
          </a:r>
        </a:p>
      </dgm:t>
    </dgm:pt>
    <dgm:pt modelId="{CCC06012-0BE5-4EE4-9817-ED1209D3C886}" type="parTrans" cxnId="{F9A77DF4-AA54-446B-B627-942A372F9271}">
      <dgm:prSet/>
      <dgm:spPr/>
      <dgm:t>
        <a:bodyPr/>
        <a:lstStyle/>
        <a:p>
          <a:endParaRPr lang="en-US"/>
        </a:p>
      </dgm:t>
    </dgm:pt>
    <dgm:pt modelId="{9A9E88A2-76B8-4FAD-8728-42C775319074}" type="sibTrans" cxnId="{F9A77DF4-AA54-446B-B627-942A372F9271}">
      <dgm:prSet/>
      <dgm:spPr/>
      <dgm:t>
        <a:bodyPr/>
        <a:lstStyle/>
        <a:p>
          <a:endParaRPr lang="en-US"/>
        </a:p>
      </dgm:t>
    </dgm:pt>
    <dgm:pt modelId="{4204C1C9-0F4F-40ED-B5EF-D7F46092A76C}" type="pres">
      <dgm:prSet presAssocID="{4AA45EA4-CC36-4094-B7AE-09E18EA49538}" presName="root" presStyleCnt="0">
        <dgm:presLayoutVars>
          <dgm:dir/>
          <dgm:resizeHandles val="exact"/>
        </dgm:presLayoutVars>
      </dgm:prSet>
      <dgm:spPr/>
    </dgm:pt>
    <dgm:pt modelId="{AFFBE497-2F2F-4F15-8A8B-077075DA9752}" type="pres">
      <dgm:prSet presAssocID="{0F9857C7-D468-498C-95BC-A5A01F7695CD}" presName="compNode" presStyleCnt="0"/>
      <dgm:spPr/>
    </dgm:pt>
    <dgm:pt modelId="{54C4D3A2-BBB9-440B-AD05-F94793BB7AC2}" type="pres">
      <dgm:prSet presAssocID="{0F9857C7-D468-498C-95BC-A5A01F7695CD}" presName="bgRect" presStyleLbl="bgShp" presStyleIdx="0" presStyleCnt="4"/>
      <dgm:spPr/>
    </dgm:pt>
    <dgm:pt modelId="{C2FDDAF0-E68B-4304-B8DD-6559C7471AA0}" type="pres">
      <dgm:prSet presAssocID="{0F9857C7-D468-498C-95BC-A5A01F7695C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80E8F9BB-2A80-4EC7-AB6E-D8A483BBA3CB}" type="pres">
      <dgm:prSet presAssocID="{0F9857C7-D468-498C-95BC-A5A01F7695CD}" presName="spaceRect" presStyleCnt="0"/>
      <dgm:spPr/>
    </dgm:pt>
    <dgm:pt modelId="{916F3643-F83F-480F-BC01-3F9BA70C42D0}" type="pres">
      <dgm:prSet presAssocID="{0F9857C7-D468-498C-95BC-A5A01F7695CD}" presName="parTx" presStyleLbl="revTx" presStyleIdx="0" presStyleCnt="4">
        <dgm:presLayoutVars>
          <dgm:chMax val="0"/>
          <dgm:chPref val="0"/>
        </dgm:presLayoutVars>
      </dgm:prSet>
      <dgm:spPr/>
    </dgm:pt>
    <dgm:pt modelId="{AC724427-F27B-437B-A07B-B2250130B0A4}" type="pres">
      <dgm:prSet presAssocID="{4B25D504-677B-4484-95A2-94BA085F8B4F}" presName="sibTrans" presStyleCnt="0"/>
      <dgm:spPr/>
    </dgm:pt>
    <dgm:pt modelId="{C314464B-F842-4EC5-BDA5-F442203CC61E}" type="pres">
      <dgm:prSet presAssocID="{835F162D-3421-4E75-BC04-9BEF4484D16C}" presName="compNode" presStyleCnt="0"/>
      <dgm:spPr/>
    </dgm:pt>
    <dgm:pt modelId="{A4F3B55A-8A42-489B-AADE-C6544456045A}" type="pres">
      <dgm:prSet presAssocID="{835F162D-3421-4E75-BC04-9BEF4484D16C}" presName="bgRect" presStyleLbl="bgShp" presStyleIdx="1" presStyleCnt="4"/>
      <dgm:spPr/>
    </dgm:pt>
    <dgm:pt modelId="{6D59EFC5-7089-4F78-ACEF-BCC9489AC350}" type="pres">
      <dgm:prSet presAssocID="{835F162D-3421-4E75-BC04-9BEF4484D16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lf"/>
        </a:ext>
      </dgm:extLst>
    </dgm:pt>
    <dgm:pt modelId="{FF1E8E9A-E13A-42E6-A047-F0E050DF1E01}" type="pres">
      <dgm:prSet presAssocID="{835F162D-3421-4E75-BC04-9BEF4484D16C}" presName="spaceRect" presStyleCnt="0"/>
      <dgm:spPr/>
    </dgm:pt>
    <dgm:pt modelId="{97017605-0D16-4A83-B171-C2E0F5638E92}" type="pres">
      <dgm:prSet presAssocID="{835F162D-3421-4E75-BC04-9BEF4484D16C}" presName="parTx" presStyleLbl="revTx" presStyleIdx="1" presStyleCnt="4">
        <dgm:presLayoutVars>
          <dgm:chMax val="0"/>
          <dgm:chPref val="0"/>
        </dgm:presLayoutVars>
      </dgm:prSet>
      <dgm:spPr/>
    </dgm:pt>
    <dgm:pt modelId="{54F9FCDC-A6CE-47A4-9DA0-2A2D9506D135}" type="pres">
      <dgm:prSet presAssocID="{D236A296-1D1A-44B3-A6F0-F966AD1C999D}" presName="sibTrans" presStyleCnt="0"/>
      <dgm:spPr/>
    </dgm:pt>
    <dgm:pt modelId="{9CF51474-0A72-473E-BFD6-0D080434A5CC}" type="pres">
      <dgm:prSet presAssocID="{43544CE7-F737-43BC-90D8-9D7B86522325}" presName="compNode" presStyleCnt="0"/>
      <dgm:spPr/>
    </dgm:pt>
    <dgm:pt modelId="{FD8A23FA-65EF-4CCF-A521-8E983781A98E}" type="pres">
      <dgm:prSet presAssocID="{43544CE7-F737-43BC-90D8-9D7B86522325}" presName="bgRect" presStyleLbl="bgShp" presStyleIdx="2" presStyleCnt="4"/>
      <dgm:spPr/>
    </dgm:pt>
    <dgm:pt modelId="{3978FD80-192C-4BD7-96A3-E11F7F9D1C16}" type="pres">
      <dgm:prSet presAssocID="{43544CE7-F737-43BC-90D8-9D7B8652232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7827E3F-BD42-46D6-A48A-6AF1C677C1CE}" type="pres">
      <dgm:prSet presAssocID="{43544CE7-F737-43BC-90D8-9D7B86522325}" presName="spaceRect" presStyleCnt="0"/>
      <dgm:spPr/>
    </dgm:pt>
    <dgm:pt modelId="{67B4C17C-2046-46BC-8F13-BF30D06253C6}" type="pres">
      <dgm:prSet presAssocID="{43544CE7-F737-43BC-90D8-9D7B86522325}" presName="parTx" presStyleLbl="revTx" presStyleIdx="2" presStyleCnt="4">
        <dgm:presLayoutVars>
          <dgm:chMax val="0"/>
          <dgm:chPref val="0"/>
        </dgm:presLayoutVars>
      </dgm:prSet>
      <dgm:spPr/>
    </dgm:pt>
    <dgm:pt modelId="{89B010E4-8D74-4301-9214-F03014FC10CC}" type="pres">
      <dgm:prSet presAssocID="{1161167F-32EF-4545-9C1E-F76B10E6718A}" presName="sibTrans" presStyleCnt="0"/>
      <dgm:spPr/>
    </dgm:pt>
    <dgm:pt modelId="{AF8EE813-7280-48FE-A92D-86C013931152}" type="pres">
      <dgm:prSet presAssocID="{88D80AE7-F127-4029-B8E2-F5168362BA74}" presName="compNode" presStyleCnt="0"/>
      <dgm:spPr/>
    </dgm:pt>
    <dgm:pt modelId="{12D534FC-C359-4989-BC6F-626C6389DBBD}" type="pres">
      <dgm:prSet presAssocID="{88D80AE7-F127-4029-B8E2-F5168362BA74}" presName="bgRect" presStyleLbl="bgShp" presStyleIdx="3" presStyleCnt="4"/>
      <dgm:spPr/>
    </dgm:pt>
    <dgm:pt modelId="{9493277B-A255-4387-A18D-253E93632729}" type="pres">
      <dgm:prSet presAssocID="{88D80AE7-F127-4029-B8E2-F5168362BA7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F9384483-9BB1-4026-8550-344BB12C23B6}" type="pres">
      <dgm:prSet presAssocID="{88D80AE7-F127-4029-B8E2-F5168362BA74}" presName="spaceRect" presStyleCnt="0"/>
      <dgm:spPr/>
    </dgm:pt>
    <dgm:pt modelId="{B870735F-D113-486F-B472-82C3AD333E5E}" type="pres">
      <dgm:prSet presAssocID="{88D80AE7-F127-4029-B8E2-F5168362BA7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9CC0320-148B-45F4-9DCC-1C175EE48636}" type="presOf" srcId="{88D80AE7-F127-4029-B8E2-F5168362BA74}" destId="{B870735F-D113-486F-B472-82C3AD333E5E}" srcOrd="0" destOrd="0" presId="urn:microsoft.com/office/officeart/2018/2/layout/IconVerticalSolidList"/>
    <dgm:cxn modelId="{8E54843B-BF94-4A59-B53F-D16068D7F76F}" type="presOf" srcId="{0F9857C7-D468-498C-95BC-A5A01F7695CD}" destId="{916F3643-F83F-480F-BC01-3F9BA70C42D0}" srcOrd="0" destOrd="0" presId="urn:microsoft.com/office/officeart/2018/2/layout/IconVerticalSolidList"/>
    <dgm:cxn modelId="{55000E54-58F8-4E26-AD0F-F5447413F9B3}" type="presOf" srcId="{4AA45EA4-CC36-4094-B7AE-09E18EA49538}" destId="{4204C1C9-0F4F-40ED-B5EF-D7F46092A76C}" srcOrd="0" destOrd="0" presId="urn:microsoft.com/office/officeart/2018/2/layout/IconVerticalSolidList"/>
    <dgm:cxn modelId="{C026DE78-EABC-485A-B935-D4E3BCD0520F}" type="presOf" srcId="{43544CE7-F737-43BC-90D8-9D7B86522325}" destId="{67B4C17C-2046-46BC-8F13-BF30D06253C6}" srcOrd="0" destOrd="0" presId="urn:microsoft.com/office/officeart/2018/2/layout/IconVerticalSolidList"/>
    <dgm:cxn modelId="{187A0059-B07A-4B62-B052-7E63005CD114}" type="presOf" srcId="{835F162D-3421-4E75-BC04-9BEF4484D16C}" destId="{97017605-0D16-4A83-B171-C2E0F5638E92}" srcOrd="0" destOrd="0" presId="urn:microsoft.com/office/officeart/2018/2/layout/IconVerticalSolidList"/>
    <dgm:cxn modelId="{2B5A1BA6-B2AA-4212-A4B1-EE79F245AEA6}" srcId="{4AA45EA4-CC36-4094-B7AE-09E18EA49538}" destId="{43544CE7-F737-43BC-90D8-9D7B86522325}" srcOrd="2" destOrd="0" parTransId="{41CF5A6C-9DDD-4E3B-B5BB-AAEC6D71F0AB}" sibTransId="{1161167F-32EF-4545-9C1E-F76B10E6718A}"/>
    <dgm:cxn modelId="{8E42D2B3-5E57-4185-ADF6-4863DE2A534C}" srcId="{4AA45EA4-CC36-4094-B7AE-09E18EA49538}" destId="{0F9857C7-D468-498C-95BC-A5A01F7695CD}" srcOrd="0" destOrd="0" parTransId="{8954EA23-F598-4084-88FC-750A49CBF862}" sibTransId="{4B25D504-677B-4484-95A2-94BA085F8B4F}"/>
    <dgm:cxn modelId="{3AF066DA-8223-4A86-9BFF-6834B875EE97}" srcId="{4AA45EA4-CC36-4094-B7AE-09E18EA49538}" destId="{835F162D-3421-4E75-BC04-9BEF4484D16C}" srcOrd="1" destOrd="0" parTransId="{D6AA9ED2-EE33-4B55-8454-AA7E2B8994AE}" sibTransId="{D236A296-1D1A-44B3-A6F0-F966AD1C999D}"/>
    <dgm:cxn modelId="{F9A77DF4-AA54-446B-B627-942A372F9271}" srcId="{4AA45EA4-CC36-4094-B7AE-09E18EA49538}" destId="{88D80AE7-F127-4029-B8E2-F5168362BA74}" srcOrd="3" destOrd="0" parTransId="{CCC06012-0BE5-4EE4-9817-ED1209D3C886}" sibTransId="{9A9E88A2-76B8-4FAD-8728-42C775319074}"/>
    <dgm:cxn modelId="{8A188C47-2A5F-443B-90E4-4872590378A9}" type="presParOf" srcId="{4204C1C9-0F4F-40ED-B5EF-D7F46092A76C}" destId="{AFFBE497-2F2F-4F15-8A8B-077075DA9752}" srcOrd="0" destOrd="0" presId="urn:microsoft.com/office/officeart/2018/2/layout/IconVerticalSolidList"/>
    <dgm:cxn modelId="{E35DD690-84F1-4CAE-9743-C058EFADCC29}" type="presParOf" srcId="{AFFBE497-2F2F-4F15-8A8B-077075DA9752}" destId="{54C4D3A2-BBB9-440B-AD05-F94793BB7AC2}" srcOrd="0" destOrd="0" presId="urn:microsoft.com/office/officeart/2018/2/layout/IconVerticalSolidList"/>
    <dgm:cxn modelId="{BB0479A4-2C12-4329-AAB0-BC03757155CB}" type="presParOf" srcId="{AFFBE497-2F2F-4F15-8A8B-077075DA9752}" destId="{C2FDDAF0-E68B-4304-B8DD-6559C7471AA0}" srcOrd="1" destOrd="0" presId="urn:microsoft.com/office/officeart/2018/2/layout/IconVerticalSolidList"/>
    <dgm:cxn modelId="{C0504C14-3D03-44F7-AB00-651210A502BF}" type="presParOf" srcId="{AFFBE497-2F2F-4F15-8A8B-077075DA9752}" destId="{80E8F9BB-2A80-4EC7-AB6E-D8A483BBA3CB}" srcOrd="2" destOrd="0" presId="urn:microsoft.com/office/officeart/2018/2/layout/IconVerticalSolidList"/>
    <dgm:cxn modelId="{FF1D5CE3-5BAC-4FAB-9566-59984C5FE77B}" type="presParOf" srcId="{AFFBE497-2F2F-4F15-8A8B-077075DA9752}" destId="{916F3643-F83F-480F-BC01-3F9BA70C42D0}" srcOrd="3" destOrd="0" presId="urn:microsoft.com/office/officeart/2018/2/layout/IconVerticalSolidList"/>
    <dgm:cxn modelId="{614DA5FF-59BF-4951-9D1E-C6005A3AA08E}" type="presParOf" srcId="{4204C1C9-0F4F-40ED-B5EF-D7F46092A76C}" destId="{AC724427-F27B-437B-A07B-B2250130B0A4}" srcOrd="1" destOrd="0" presId="urn:microsoft.com/office/officeart/2018/2/layout/IconVerticalSolidList"/>
    <dgm:cxn modelId="{831AAF6F-112E-41FD-BC6E-55B3E28E391D}" type="presParOf" srcId="{4204C1C9-0F4F-40ED-B5EF-D7F46092A76C}" destId="{C314464B-F842-4EC5-BDA5-F442203CC61E}" srcOrd="2" destOrd="0" presId="urn:microsoft.com/office/officeart/2018/2/layout/IconVerticalSolidList"/>
    <dgm:cxn modelId="{BC773196-0D30-434C-9E98-3E995033AD18}" type="presParOf" srcId="{C314464B-F842-4EC5-BDA5-F442203CC61E}" destId="{A4F3B55A-8A42-489B-AADE-C6544456045A}" srcOrd="0" destOrd="0" presId="urn:microsoft.com/office/officeart/2018/2/layout/IconVerticalSolidList"/>
    <dgm:cxn modelId="{788C1617-5CA5-4DFC-89BF-1C6FC0AD22D1}" type="presParOf" srcId="{C314464B-F842-4EC5-BDA5-F442203CC61E}" destId="{6D59EFC5-7089-4F78-ACEF-BCC9489AC350}" srcOrd="1" destOrd="0" presId="urn:microsoft.com/office/officeart/2018/2/layout/IconVerticalSolidList"/>
    <dgm:cxn modelId="{D45D908B-EADA-46DD-B647-8BE1B41AE8A0}" type="presParOf" srcId="{C314464B-F842-4EC5-BDA5-F442203CC61E}" destId="{FF1E8E9A-E13A-42E6-A047-F0E050DF1E01}" srcOrd="2" destOrd="0" presId="urn:microsoft.com/office/officeart/2018/2/layout/IconVerticalSolidList"/>
    <dgm:cxn modelId="{D961B092-6345-4271-B944-83032AF1C3D3}" type="presParOf" srcId="{C314464B-F842-4EC5-BDA5-F442203CC61E}" destId="{97017605-0D16-4A83-B171-C2E0F5638E92}" srcOrd="3" destOrd="0" presId="urn:microsoft.com/office/officeart/2018/2/layout/IconVerticalSolidList"/>
    <dgm:cxn modelId="{C5ACD4FD-B7FC-4FA5-A4D2-F71536F44727}" type="presParOf" srcId="{4204C1C9-0F4F-40ED-B5EF-D7F46092A76C}" destId="{54F9FCDC-A6CE-47A4-9DA0-2A2D9506D135}" srcOrd="3" destOrd="0" presId="urn:microsoft.com/office/officeart/2018/2/layout/IconVerticalSolidList"/>
    <dgm:cxn modelId="{4C95CEFA-3F59-47C6-9529-D3E0263AC1DB}" type="presParOf" srcId="{4204C1C9-0F4F-40ED-B5EF-D7F46092A76C}" destId="{9CF51474-0A72-473E-BFD6-0D080434A5CC}" srcOrd="4" destOrd="0" presId="urn:microsoft.com/office/officeart/2018/2/layout/IconVerticalSolidList"/>
    <dgm:cxn modelId="{9C90B788-CC39-494E-9DE1-5DC8E340BEF7}" type="presParOf" srcId="{9CF51474-0A72-473E-BFD6-0D080434A5CC}" destId="{FD8A23FA-65EF-4CCF-A521-8E983781A98E}" srcOrd="0" destOrd="0" presId="urn:microsoft.com/office/officeart/2018/2/layout/IconVerticalSolidList"/>
    <dgm:cxn modelId="{03C22514-7C17-4F74-96A8-9990EB213250}" type="presParOf" srcId="{9CF51474-0A72-473E-BFD6-0D080434A5CC}" destId="{3978FD80-192C-4BD7-96A3-E11F7F9D1C16}" srcOrd="1" destOrd="0" presId="urn:microsoft.com/office/officeart/2018/2/layout/IconVerticalSolidList"/>
    <dgm:cxn modelId="{F7ACC435-BDC4-467B-9B44-74ED3428D214}" type="presParOf" srcId="{9CF51474-0A72-473E-BFD6-0D080434A5CC}" destId="{C7827E3F-BD42-46D6-A48A-6AF1C677C1CE}" srcOrd="2" destOrd="0" presId="urn:microsoft.com/office/officeart/2018/2/layout/IconVerticalSolidList"/>
    <dgm:cxn modelId="{AB363261-BACD-4BE6-B624-29212166115E}" type="presParOf" srcId="{9CF51474-0A72-473E-BFD6-0D080434A5CC}" destId="{67B4C17C-2046-46BC-8F13-BF30D06253C6}" srcOrd="3" destOrd="0" presId="urn:microsoft.com/office/officeart/2018/2/layout/IconVerticalSolidList"/>
    <dgm:cxn modelId="{A7D7D32C-7D01-4596-86B4-667972532E07}" type="presParOf" srcId="{4204C1C9-0F4F-40ED-B5EF-D7F46092A76C}" destId="{89B010E4-8D74-4301-9214-F03014FC10CC}" srcOrd="5" destOrd="0" presId="urn:microsoft.com/office/officeart/2018/2/layout/IconVerticalSolidList"/>
    <dgm:cxn modelId="{C9D62197-3F78-4579-AD53-CE2C430A0C34}" type="presParOf" srcId="{4204C1C9-0F4F-40ED-B5EF-D7F46092A76C}" destId="{AF8EE813-7280-48FE-A92D-86C013931152}" srcOrd="6" destOrd="0" presId="urn:microsoft.com/office/officeart/2018/2/layout/IconVerticalSolidList"/>
    <dgm:cxn modelId="{1F8939EF-78FC-4F99-A19E-5DBA9DB1EACD}" type="presParOf" srcId="{AF8EE813-7280-48FE-A92D-86C013931152}" destId="{12D534FC-C359-4989-BC6F-626C6389DBBD}" srcOrd="0" destOrd="0" presId="urn:microsoft.com/office/officeart/2018/2/layout/IconVerticalSolidList"/>
    <dgm:cxn modelId="{CEA42C99-255E-4D56-A7B1-0DE4DEA445AA}" type="presParOf" srcId="{AF8EE813-7280-48FE-A92D-86C013931152}" destId="{9493277B-A255-4387-A18D-253E93632729}" srcOrd="1" destOrd="0" presId="urn:microsoft.com/office/officeart/2018/2/layout/IconVerticalSolidList"/>
    <dgm:cxn modelId="{F3F4BF7B-37C6-4F06-BF0A-8B223FC2EC96}" type="presParOf" srcId="{AF8EE813-7280-48FE-A92D-86C013931152}" destId="{F9384483-9BB1-4026-8550-344BB12C23B6}" srcOrd="2" destOrd="0" presId="urn:microsoft.com/office/officeart/2018/2/layout/IconVerticalSolidList"/>
    <dgm:cxn modelId="{1BFBACF6-10F4-4E6D-BBA6-35A3789E1EBE}" type="presParOf" srcId="{AF8EE813-7280-48FE-A92D-86C013931152}" destId="{B870735F-D113-486F-B472-82C3AD333E5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7ABC61-4C32-4883-9965-45B63B30636D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DE6D305-8AE8-44D0-8EC0-68120FCC4283}">
      <dgm:prSet/>
      <dgm:spPr/>
      <dgm:t>
        <a:bodyPr/>
        <a:lstStyle/>
        <a:p>
          <a:r>
            <a:rPr lang="en-US"/>
            <a:t>1</a:t>
          </a:r>
        </a:p>
      </dgm:t>
    </dgm:pt>
    <dgm:pt modelId="{3D8C02A7-0488-41F0-8D21-4047AF203306}" type="parTrans" cxnId="{77081C4E-BFC4-459F-96B1-48B6FAE1FCF3}">
      <dgm:prSet/>
      <dgm:spPr/>
      <dgm:t>
        <a:bodyPr/>
        <a:lstStyle/>
        <a:p>
          <a:endParaRPr lang="en-US"/>
        </a:p>
      </dgm:t>
    </dgm:pt>
    <dgm:pt modelId="{E3721E96-8237-4A05-BD71-BA07FC17E06F}" type="sibTrans" cxnId="{77081C4E-BFC4-459F-96B1-48B6FAE1FCF3}">
      <dgm:prSet/>
      <dgm:spPr/>
      <dgm:t>
        <a:bodyPr/>
        <a:lstStyle/>
        <a:p>
          <a:endParaRPr lang="en-US"/>
        </a:p>
      </dgm:t>
    </dgm:pt>
    <dgm:pt modelId="{3F955C19-3B54-4716-89F3-B3BC1B75F84F}">
      <dgm:prSet/>
      <dgm:spPr/>
      <dgm:t>
        <a:bodyPr/>
        <a:lstStyle/>
        <a:p>
          <a:pPr marL="0" lvl="0" indent="0" defTabSz="1600200">
            <a:spcBef>
              <a:spcPct val="0"/>
            </a:spcBef>
            <a:spcAft>
              <a:spcPct val="35000"/>
            </a:spcAft>
            <a:buNone/>
          </a:pPr>
          <a:r>
            <a:rPr lang="en-US" kern="1200">
              <a:latin typeface="Calibri"/>
              <a:ea typeface="+mn-ea"/>
              <a:cs typeface="+mn-cs"/>
            </a:rPr>
            <a:t>2</a:t>
          </a:r>
        </a:p>
      </dgm:t>
    </dgm:pt>
    <dgm:pt modelId="{D399A078-CC90-4010-990A-782983972CC1}" type="parTrans" cxnId="{CBF956DD-0ABB-48EC-B450-6447883FCD4B}">
      <dgm:prSet/>
      <dgm:spPr/>
      <dgm:t>
        <a:bodyPr/>
        <a:lstStyle/>
        <a:p>
          <a:endParaRPr lang="en-US"/>
        </a:p>
      </dgm:t>
    </dgm:pt>
    <dgm:pt modelId="{E9DB0F04-432D-4ACB-B2ED-71614125F9E5}" type="sibTrans" cxnId="{CBF956DD-0ABB-48EC-B450-6447883FCD4B}">
      <dgm:prSet/>
      <dgm:spPr/>
      <dgm:t>
        <a:bodyPr/>
        <a:lstStyle/>
        <a:p>
          <a:endParaRPr lang="en-US"/>
        </a:p>
      </dgm:t>
    </dgm:pt>
    <dgm:pt modelId="{A073F18D-BD57-4665-8B90-A59D219B7FAD}">
      <dgm:prSet/>
      <dgm:spPr/>
      <dgm:t>
        <a:bodyPr/>
        <a:lstStyle/>
        <a:p>
          <a:pPr marL="0" lvl="0" indent="0" defTabSz="1600200">
            <a:spcBef>
              <a:spcPct val="0"/>
            </a:spcBef>
            <a:spcAft>
              <a:spcPct val="35000"/>
            </a:spcAft>
            <a:buNone/>
          </a:pPr>
          <a:r>
            <a:rPr lang="en-US" kern="1200">
              <a:latin typeface="Calibri"/>
              <a:ea typeface="+mn-ea"/>
              <a:cs typeface="+mn-cs"/>
            </a:rPr>
            <a:t>3</a:t>
          </a:r>
        </a:p>
      </dgm:t>
    </dgm:pt>
    <dgm:pt modelId="{F9C48DD5-07B7-4F4B-9CEF-CB186A07EE75}" type="parTrans" cxnId="{38C8B183-5112-4BE4-8611-B3CB9CE69F42}">
      <dgm:prSet/>
      <dgm:spPr/>
      <dgm:t>
        <a:bodyPr/>
        <a:lstStyle/>
        <a:p>
          <a:endParaRPr lang="en-US"/>
        </a:p>
      </dgm:t>
    </dgm:pt>
    <dgm:pt modelId="{B7B61BC3-85CE-488D-A85D-95875D15BB26}" type="sibTrans" cxnId="{38C8B183-5112-4BE4-8611-B3CB9CE69F42}">
      <dgm:prSet/>
      <dgm:spPr/>
      <dgm:t>
        <a:bodyPr/>
        <a:lstStyle/>
        <a:p>
          <a:endParaRPr lang="en-US"/>
        </a:p>
      </dgm:t>
    </dgm:pt>
    <dgm:pt modelId="{A05955FC-B781-4EC1-905C-1ED65F3CC4F4}">
      <dgm:prSet/>
      <dgm:spPr/>
      <dgm:t>
        <a:bodyPr/>
        <a:lstStyle/>
        <a:p>
          <a:pPr marL="0" lvl="0" indent="0" defTabSz="1600200">
            <a:spcBef>
              <a:spcPct val="0"/>
            </a:spcBef>
            <a:spcAft>
              <a:spcPct val="35000"/>
            </a:spcAft>
            <a:buNone/>
          </a:pPr>
          <a:r>
            <a:rPr lang="en-US" kern="1200">
              <a:latin typeface="Calibri"/>
              <a:ea typeface="+mn-ea"/>
              <a:cs typeface="+mn-cs"/>
            </a:rPr>
            <a:t>4</a:t>
          </a:r>
        </a:p>
      </dgm:t>
    </dgm:pt>
    <dgm:pt modelId="{FF6DD310-35B0-49D4-91C2-C5CE1D087F21}" type="parTrans" cxnId="{E76FAB79-7352-4ECC-B621-8727BF7146ED}">
      <dgm:prSet/>
      <dgm:spPr/>
      <dgm:t>
        <a:bodyPr/>
        <a:lstStyle/>
        <a:p>
          <a:endParaRPr lang="en-US"/>
        </a:p>
      </dgm:t>
    </dgm:pt>
    <dgm:pt modelId="{C9C9CD9A-98A8-4C30-AE0C-19C4997C4D79}" type="sibTrans" cxnId="{E76FAB79-7352-4ECC-B621-8727BF7146ED}">
      <dgm:prSet/>
      <dgm:spPr/>
      <dgm:t>
        <a:bodyPr/>
        <a:lstStyle/>
        <a:p>
          <a:endParaRPr lang="en-US"/>
        </a:p>
      </dgm:t>
    </dgm:pt>
    <dgm:pt modelId="{6AF07649-3849-4D98-8E70-6897D1846018}">
      <dgm:prSet/>
      <dgm:spPr/>
      <dgm:t>
        <a:bodyPr/>
        <a:lstStyle/>
        <a:p>
          <a:pPr marL="0" lvl="0" indent="0" defTabSz="1600200">
            <a:spcBef>
              <a:spcPct val="0"/>
            </a:spcBef>
            <a:spcAft>
              <a:spcPct val="35000"/>
            </a:spcAft>
            <a:buNone/>
          </a:pPr>
          <a:r>
            <a:rPr lang="en-US" kern="1200">
              <a:latin typeface="Calibri"/>
              <a:ea typeface="+mn-ea"/>
              <a:cs typeface="+mn-cs"/>
            </a:rPr>
            <a:t>5</a:t>
          </a:r>
        </a:p>
      </dgm:t>
    </dgm:pt>
    <dgm:pt modelId="{2C435AA3-8D87-4E3E-AAFF-1DF4C116DF5B}" type="parTrans" cxnId="{11FFDAC8-6A44-45EB-8A2E-9355AB2AC35E}">
      <dgm:prSet/>
      <dgm:spPr/>
      <dgm:t>
        <a:bodyPr/>
        <a:lstStyle/>
        <a:p>
          <a:endParaRPr lang="en-US"/>
        </a:p>
      </dgm:t>
    </dgm:pt>
    <dgm:pt modelId="{5DB5FB1A-62F0-4A8F-92AE-91CE5F2505C3}" type="sibTrans" cxnId="{11FFDAC8-6A44-45EB-8A2E-9355AB2AC35E}">
      <dgm:prSet/>
      <dgm:spPr/>
      <dgm:t>
        <a:bodyPr/>
        <a:lstStyle/>
        <a:p>
          <a:endParaRPr lang="en-US"/>
        </a:p>
      </dgm:t>
    </dgm:pt>
    <dgm:pt modelId="{305494B5-60E1-4731-8017-3D46BA9940CC}">
      <dgm:prSet/>
      <dgm:spPr/>
      <dgm:t>
        <a:bodyPr/>
        <a:lstStyle/>
        <a:p>
          <a:r>
            <a:rPr lang="en-US" dirty="0"/>
            <a:t>Cluttered UI &amp; poor navigation, steep learning curve</a:t>
          </a:r>
        </a:p>
      </dgm:t>
    </dgm:pt>
    <dgm:pt modelId="{8CAE6E3C-1F1F-41C2-B436-45A9F5948632}" type="parTrans" cxnId="{FD26E1B9-8775-440D-BD08-1E08EEFEB6D4}">
      <dgm:prSet/>
      <dgm:spPr/>
      <dgm:t>
        <a:bodyPr/>
        <a:lstStyle/>
        <a:p>
          <a:endParaRPr lang="en-US"/>
        </a:p>
      </dgm:t>
    </dgm:pt>
    <dgm:pt modelId="{6FD0F348-83CB-45CA-8204-4C54D42E1F2F}" type="sibTrans" cxnId="{FD26E1B9-8775-440D-BD08-1E08EEFEB6D4}">
      <dgm:prSet/>
      <dgm:spPr/>
      <dgm:t>
        <a:bodyPr/>
        <a:lstStyle/>
        <a:p>
          <a:endParaRPr lang="en-US"/>
        </a:p>
      </dgm:t>
    </dgm:pt>
    <dgm:pt modelId="{87204B6E-74A5-47CE-9C56-5F7614E26786}">
      <dgm:prSet/>
      <dgm:spPr/>
      <dgm:t>
        <a:bodyPr/>
        <a:lstStyle/>
        <a:p>
          <a:r>
            <a:rPr lang="en-US"/>
            <a:t>Laggy, unstable video streaming at high frame rates</a:t>
          </a:r>
        </a:p>
      </dgm:t>
    </dgm:pt>
    <dgm:pt modelId="{ECCE2265-929A-41B4-BDDA-420DCCEDCDBE}" type="parTrans" cxnId="{DC9C868E-B125-44C2-99AC-F721D58B391B}">
      <dgm:prSet/>
      <dgm:spPr/>
      <dgm:t>
        <a:bodyPr/>
        <a:lstStyle/>
        <a:p>
          <a:endParaRPr lang="en-US"/>
        </a:p>
      </dgm:t>
    </dgm:pt>
    <dgm:pt modelId="{C17094CB-D158-456A-8F99-2ECE77C5D730}" type="sibTrans" cxnId="{DC9C868E-B125-44C2-99AC-F721D58B391B}">
      <dgm:prSet/>
      <dgm:spPr/>
      <dgm:t>
        <a:bodyPr/>
        <a:lstStyle/>
        <a:p>
          <a:endParaRPr lang="en-US"/>
        </a:p>
      </dgm:t>
    </dgm:pt>
    <dgm:pt modelId="{48E99DF9-F94F-44AB-AB45-D150944947A0}">
      <dgm:prSet/>
      <dgm:spPr/>
      <dgm:t>
        <a:bodyPr/>
        <a:lstStyle/>
        <a:p>
          <a:r>
            <a:rPr lang="en-US"/>
            <a:t>No AI swing detection or gesture recognition</a:t>
          </a:r>
        </a:p>
      </dgm:t>
    </dgm:pt>
    <dgm:pt modelId="{E78B0BC1-283B-4A3A-8660-3613C096B885}" type="parTrans" cxnId="{A1A66CA9-F1A3-4B1E-A4D2-08D714CE0D32}">
      <dgm:prSet/>
      <dgm:spPr/>
      <dgm:t>
        <a:bodyPr/>
        <a:lstStyle/>
        <a:p>
          <a:endParaRPr lang="en-US"/>
        </a:p>
      </dgm:t>
    </dgm:pt>
    <dgm:pt modelId="{BB5FE160-B600-4599-B4A6-3A95FD97734A}" type="sibTrans" cxnId="{A1A66CA9-F1A3-4B1E-A4D2-08D714CE0D32}">
      <dgm:prSet/>
      <dgm:spPr/>
      <dgm:t>
        <a:bodyPr/>
        <a:lstStyle/>
        <a:p>
          <a:endParaRPr lang="en-US"/>
        </a:p>
      </dgm:t>
    </dgm:pt>
    <dgm:pt modelId="{A576A081-BBB0-415E-9229-12D87F25F74D}">
      <dgm:prSet/>
      <dgm:spPr/>
      <dgm:t>
        <a:bodyPr/>
        <a:lstStyle/>
        <a:p>
          <a:r>
            <a:rPr lang="en-US"/>
            <a:t>Missing multi-camera support &amp; side-by-side playback</a:t>
          </a:r>
        </a:p>
      </dgm:t>
    </dgm:pt>
    <dgm:pt modelId="{828E6A60-50D0-4266-AA3D-3BC48F8B7CC9}" type="parTrans" cxnId="{90C83048-EF3F-4631-A750-4A0228197107}">
      <dgm:prSet/>
      <dgm:spPr/>
      <dgm:t>
        <a:bodyPr/>
        <a:lstStyle/>
        <a:p>
          <a:endParaRPr lang="en-US"/>
        </a:p>
      </dgm:t>
    </dgm:pt>
    <dgm:pt modelId="{76AD8914-B877-4A05-AB33-EDADD9D774B5}" type="sibTrans" cxnId="{90C83048-EF3F-4631-A750-4A0228197107}">
      <dgm:prSet/>
      <dgm:spPr/>
      <dgm:t>
        <a:bodyPr/>
        <a:lstStyle/>
        <a:p>
          <a:endParaRPr lang="en-US"/>
        </a:p>
      </dgm:t>
    </dgm:pt>
    <dgm:pt modelId="{1FB199C8-E169-4D32-881D-D00F06B9A914}">
      <dgm:prSet/>
      <dgm:spPr/>
      <dgm:t>
        <a:bodyPr/>
        <a:lstStyle/>
        <a:p>
          <a:r>
            <a:rPr lang="en-US"/>
            <a:t>Weak backend with limited subscription/payment options</a:t>
          </a:r>
        </a:p>
      </dgm:t>
    </dgm:pt>
    <dgm:pt modelId="{011C9881-50D7-453E-9802-891DB49B1D4D}" type="parTrans" cxnId="{73CCD8A7-4FDE-4008-89DF-4FBB9D78509C}">
      <dgm:prSet/>
      <dgm:spPr/>
      <dgm:t>
        <a:bodyPr/>
        <a:lstStyle/>
        <a:p>
          <a:endParaRPr lang="en-US"/>
        </a:p>
      </dgm:t>
    </dgm:pt>
    <dgm:pt modelId="{5E0257F0-03F3-4165-87C9-7F764A5B388B}" type="sibTrans" cxnId="{73CCD8A7-4FDE-4008-89DF-4FBB9D78509C}">
      <dgm:prSet/>
      <dgm:spPr/>
      <dgm:t>
        <a:bodyPr/>
        <a:lstStyle/>
        <a:p>
          <a:endParaRPr lang="en-US"/>
        </a:p>
      </dgm:t>
    </dgm:pt>
    <dgm:pt modelId="{E818B19E-4C09-4D2F-B25B-D0EE1AD992D1}" type="pres">
      <dgm:prSet presAssocID="{257ABC61-4C32-4883-9965-45B63B30636D}" presName="vert0" presStyleCnt="0">
        <dgm:presLayoutVars>
          <dgm:dir/>
          <dgm:animOne val="branch"/>
          <dgm:animLvl val="lvl"/>
        </dgm:presLayoutVars>
      </dgm:prSet>
      <dgm:spPr/>
    </dgm:pt>
    <dgm:pt modelId="{4890755F-5927-4D38-8C4E-4D0A009FA817}" type="pres">
      <dgm:prSet presAssocID="{4DE6D305-8AE8-44D0-8EC0-68120FCC4283}" presName="thickLine" presStyleLbl="alignNode1" presStyleIdx="0" presStyleCnt="5"/>
      <dgm:spPr/>
    </dgm:pt>
    <dgm:pt modelId="{112F4BC2-C10C-4E91-BB34-2064110E4925}" type="pres">
      <dgm:prSet presAssocID="{4DE6D305-8AE8-44D0-8EC0-68120FCC4283}" presName="horz1" presStyleCnt="0"/>
      <dgm:spPr/>
    </dgm:pt>
    <dgm:pt modelId="{26FEC090-B333-49E8-BF2D-68A6A21906B3}" type="pres">
      <dgm:prSet presAssocID="{4DE6D305-8AE8-44D0-8EC0-68120FCC4283}" presName="tx1" presStyleLbl="revTx" presStyleIdx="0" presStyleCnt="10"/>
      <dgm:spPr/>
    </dgm:pt>
    <dgm:pt modelId="{9321CF55-72C5-45F3-A9A7-AEBB115010A1}" type="pres">
      <dgm:prSet presAssocID="{4DE6D305-8AE8-44D0-8EC0-68120FCC4283}" presName="vert1" presStyleCnt="0"/>
      <dgm:spPr/>
    </dgm:pt>
    <dgm:pt modelId="{0DE495F3-43A2-4222-9A77-8AC0B31C6DF9}" type="pres">
      <dgm:prSet presAssocID="{305494B5-60E1-4731-8017-3D46BA9940CC}" presName="vertSpace2a" presStyleCnt="0"/>
      <dgm:spPr/>
    </dgm:pt>
    <dgm:pt modelId="{0AAB7B08-F6F8-4408-988B-69AE9A584414}" type="pres">
      <dgm:prSet presAssocID="{305494B5-60E1-4731-8017-3D46BA9940CC}" presName="horz2" presStyleCnt="0"/>
      <dgm:spPr/>
    </dgm:pt>
    <dgm:pt modelId="{A6BEA08B-44FA-49CB-B0A2-9552F5277733}" type="pres">
      <dgm:prSet presAssocID="{305494B5-60E1-4731-8017-3D46BA9940CC}" presName="horzSpace2" presStyleCnt="0"/>
      <dgm:spPr/>
    </dgm:pt>
    <dgm:pt modelId="{94B73A13-20B8-4F33-9DE5-A51E282641D0}" type="pres">
      <dgm:prSet presAssocID="{305494B5-60E1-4731-8017-3D46BA9940CC}" presName="tx2" presStyleLbl="revTx" presStyleIdx="1" presStyleCnt="10"/>
      <dgm:spPr/>
    </dgm:pt>
    <dgm:pt modelId="{4B29D2DC-85B5-4AB4-84F7-3A520001A3C1}" type="pres">
      <dgm:prSet presAssocID="{305494B5-60E1-4731-8017-3D46BA9940CC}" presName="vert2" presStyleCnt="0"/>
      <dgm:spPr/>
    </dgm:pt>
    <dgm:pt modelId="{B31B41C8-0DAB-4C8C-ACF0-1EA6B7F021AA}" type="pres">
      <dgm:prSet presAssocID="{305494B5-60E1-4731-8017-3D46BA9940CC}" presName="thinLine2b" presStyleLbl="callout" presStyleIdx="0" presStyleCnt="5"/>
      <dgm:spPr/>
    </dgm:pt>
    <dgm:pt modelId="{C76A1FD9-7FD5-49CE-8AB2-B0C4AB9A1842}" type="pres">
      <dgm:prSet presAssocID="{305494B5-60E1-4731-8017-3D46BA9940CC}" presName="vertSpace2b" presStyleCnt="0"/>
      <dgm:spPr/>
    </dgm:pt>
    <dgm:pt modelId="{781E8E66-E8A3-49DC-B161-49F3A62D5437}" type="pres">
      <dgm:prSet presAssocID="{3F955C19-3B54-4716-89F3-B3BC1B75F84F}" presName="thickLine" presStyleLbl="alignNode1" presStyleIdx="1" presStyleCnt="5"/>
      <dgm:spPr/>
    </dgm:pt>
    <dgm:pt modelId="{AF82A201-ED00-414C-AFF4-1DACE271C492}" type="pres">
      <dgm:prSet presAssocID="{3F955C19-3B54-4716-89F3-B3BC1B75F84F}" presName="horz1" presStyleCnt="0"/>
      <dgm:spPr/>
    </dgm:pt>
    <dgm:pt modelId="{EAEA038E-ECD7-410D-8896-079EA542DF61}" type="pres">
      <dgm:prSet presAssocID="{3F955C19-3B54-4716-89F3-B3BC1B75F84F}" presName="tx1" presStyleLbl="revTx" presStyleIdx="2" presStyleCnt="10"/>
      <dgm:spPr/>
    </dgm:pt>
    <dgm:pt modelId="{586EC15E-12E4-4A11-B604-CF08BE1BCECA}" type="pres">
      <dgm:prSet presAssocID="{3F955C19-3B54-4716-89F3-B3BC1B75F84F}" presName="vert1" presStyleCnt="0"/>
      <dgm:spPr/>
    </dgm:pt>
    <dgm:pt modelId="{1962A201-C252-487B-A681-F54A6EEE973E}" type="pres">
      <dgm:prSet presAssocID="{87204B6E-74A5-47CE-9C56-5F7614E26786}" presName="vertSpace2a" presStyleCnt="0"/>
      <dgm:spPr/>
    </dgm:pt>
    <dgm:pt modelId="{80D7A9AA-68C4-46AB-8FA4-1CD7FA2417B1}" type="pres">
      <dgm:prSet presAssocID="{87204B6E-74A5-47CE-9C56-5F7614E26786}" presName="horz2" presStyleCnt="0"/>
      <dgm:spPr/>
    </dgm:pt>
    <dgm:pt modelId="{116D15C1-13C7-4217-BB13-578535B8BA3B}" type="pres">
      <dgm:prSet presAssocID="{87204B6E-74A5-47CE-9C56-5F7614E26786}" presName="horzSpace2" presStyleCnt="0"/>
      <dgm:spPr/>
    </dgm:pt>
    <dgm:pt modelId="{63A84885-D41F-46C1-92CE-4B0C4D4D7DD0}" type="pres">
      <dgm:prSet presAssocID="{87204B6E-74A5-47CE-9C56-5F7614E26786}" presName="tx2" presStyleLbl="revTx" presStyleIdx="3" presStyleCnt="10"/>
      <dgm:spPr/>
    </dgm:pt>
    <dgm:pt modelId="{E6930EAB-5055-4AB4-8913-B20FCA5FA59C}" type="pres">
      <dgm:prSet presAssocID="{87204B6E-74A5-47CE-9C56-5F7614E26786}" presName="vert2" presStyleCnt="0"/>
      <dgm:spPr/>
    </dgm:pt>
    <dgm:pt modelId="{A46D8828-05DB-4982-AA22-5F1C122B12B5}" type="pres">
      <dgm:prSet presAssocID="{87204B6E-74A5-47CE-9C56-5F7614E26786}" presName="thinLine2b" presStyleLbl="callout" presStyleIdx="1" presStyleCnt="5"/>
      <dgm:spPr/>
    </dgm:pt>
    <dgm:pt modelId="{B34C6DB3-F363-4680-BDB4-FB99169E9634}" type="pres">
      <dgm:prSet presAssocID="{87204B6E-74A5-47CE-9C56-5F7614E26786}" presName="vertSpace2b" presStyleCnt="0"/>
      <dgm:spPr/>
    </dgm:pt>
    <dgm:pt modelId="{A2459E46-D1DE-4748-A677-BA44EB5DB8DA}" type="pres">
      <dgm:prSet presAssocID="{A073F18D-BD57-4665-8B90-A59D219B7FAD}" presName="thickLine" presStyleLbl="alignNode1" presStyleIdx="2" presStyleCnt="5"/>
      <dgm:spPr/>
    </dgm:pt>
    <dgm:pt modelId="{41BDDB61-25DE-4C33-8102-80554EEC89AB}" type="pres">
      <dgm:prSet presAssocID="{A073F18D-BD57-4665-8B90-A59D219B7FAD}" presName="horz1" presStyleCnt="0"/>
      <dgm:spPr/>
    </dgm:pt>
    <dgm:pt modelId="{1C07FF10-CF99-4E32-8DBD-88B22CA22738}" type="pres">
      <dgm:prSet presAssocID="{A073F18D-BD57-4665-8B90-A59D219B7FAD}" presName="tx1" presStyleLbl="revTx" presStyleIdx="4" presStyleCnt="10"/>
      <dgm:spPr/>
    </dgm:pt>
    <dgm:pt modelId="{F0174430-2D9C-47FA-B8EC-F74A71271228}" type="pres">
      <dgm:prSet presAssocID="{A073F18D-BD57-4665-8B90-A59D219B7FAD}" presName="vert1" presStyleCnt="0"/>
      <dgm:spPr/>
    </dgm:pt>
    <dgm:pt modelId="{9EE0BB31-6DEF-42A0-B0C0-928C1ADEEC75}" type="pres">
      <dgm:prSet presAssocID="{48E99DF9-F94F-44AB-AB45-D150944947A0}" presName="vertSpace2a" presStyleCnt="0"/>
      <dgm:spPr/>
    </dgm:pt>
    <dgm:pt modelId="{B53938EB-6151-48F7-86E9-965EC83B49FB}" type="pres">
      <dgm:prSet presAssocID="{48E99DF9-F94F-44AB-AB45-D150944947A0}" presName="horz2" presStyleCnt="0"/>
      <dgm:spPr/>
    </dgm:pt>
    <dgm:pt modelId="{A7375354-00E2-404D-82F3-A4B249B791AE}" type="pres">
      <dgm:prSet presAssocID="{48E99DF9-F94F-44AB-AB45-D150944947A0}" presName="horzSpace2" presStyleCnt="0"/>
      <dgm:spPr/>
    </dgm:pt>
    <dgm:pt modelId="{3ECB9E7D-CB32-4692-9B02-5B82AB8BC26E}" type="pres">
      <dgm:prSet presAssocID="{48E99DF9-F94F-44AB-AB45-D150944947A0}" presName="tx2" presStyleLbl="revTx" presStyleIdx="5" presStyleCnt="10"/>
      <dgm:spPr/>
    </dgm:pt>
    <dgm:pt modelId="{A4DF8E0D-B8C1-437B-96FA-5C5DD5217F7A}" type="pres">
      <dgm:prSet presAssocID="{48E99DF9-F94F-44AB-AB45-D150944947A0}" presName="vert2" presStyleCnt="0"/>
      <dgm:spPr/>
    </dgm:pt>
    <dgm:pt modelId="{7A6DD3D7-7C10-4CED-977C-3A780F82A61E}" type="pres">
      <dgm:prSet presAssocID="{48E99DF9-F94F-44AB-AB45-D150944947A0}" presName="thinLine2b" presStyleLbl="callout" presStyleIdx="2" presStyleCnt="5"/>
      <dgm:spPr/>
    </dgm:pt>
    <dgm:pt modelId="{6258EDA9-7685-4F6F-800C-03343FF0CD6C}" type="pres">
      <dgm:prSet presAssocID="{48E99DF9-F94F-44AB-AB45-D150944947A0}" presName="vertSpace2b" presStyleCnt="0"/>
      <dgm:spPr/>
    </dgm:pt>
    <dgm:pt modelId="{BCDB0C74-8371-401D-865D-B51B064B6F64}" type="pres">
      <dgm:prSet presAssocID="{A05955FC-B781-4EC1-905C-1ED65F3CC4F4}" presName="thickLine" presStyleLbl="alignNode1" presStyleIdx="3" presStyleCnt="5"/>
      <dgm:spPr/>
    </dgm:pt>
    <dgm:pt modelId="{0C856E32-7716-411D-A3B1-A34344C89BF0}" type="pres">
      <dgm:prSet presAssocID="{A05955FC-B781-4EC1-905C-1ED65F3CC4F4}" presName="horz1" presStyleCnt="0"/>
      <dgm:spPr/>
    </dgm:pt>
    <dgm:pt modelId="{F154F5B8-2F9F-4D8A-AF95-F5FAC4232FDC}" type="pres">
      <dgm:prSet presAssocID="{A05955FC-B781-4EC1-905C-1ED65F3CC4F4}" presName="tx1" presStyleLbl="revTx" presStyleIdx="6" presStyleCnt="10"/>
      <dgm:spPr/>
    </dgm:pt>
    <dgm:pt modelId="{791DADDC-3B33-4487-AEA8-5BD1EFC478AA}" type="pres">
      <dgm:prSet presAssocID="{A05955FC-B781-4EC1-905C-1ED65F3CC4F4}" presName="vert1" presStyleCnt="0"/>
      <dgm:spPr/>
    </dgm:pt>
    <dgm:pt modelId="{EF16CE62-90AE-4546-87D8-547BE3DA014A}" type="pres">
      <dgm:prSet presAssocID="{A576A081-BBB0-415E-9229-12D87F25F74D}" presName="vertSpace2a" presStyleCnt="0"/>
      <dgm:spPr/>
    </dgm:pt>
    <dgm:pt modelId="{F7B3C6B3-A389-4CED-BCF6-E147FC653927}" type="pres">
      <dgm:prSet presAssocID="{A576A081-BBB0-415E-9229-12D87F25F74D}" presName="horz2" presStyleCnt="0"/>
      <dgm:spPr/>
    </dgm:pt>
    <dgm:pt modelId="{94D02C7F-2365-42C3-9608-80A374F1F491}" type="pres">
      <dgm:prSet presAssocID="{A576A081-BBB0-415E-9229-12D87F25F74D}" presName="horzSpace2" presStyleCnt="0"/>
      <dgm:spPr/>
    </dgm:pt>
    <dgm:pt modelId="{C25E20FE-D0DA-4CF3-8DC3-D051E2D310E7}" type="pres">
      <dgm:prSet presAssocID="{A576A081-BBB0-415E-9229-12D87F25F74D}" presName="tx2" presStyleLbl="revTx" presStyleIdx="7" presStyleCnt="10"/>
      <dgm:spPr/>
    </dgm:pt>
    <dgm:pt modelId="{07ABBC67-8E31-473E-8F2C-D88D2EB61440}" type="pres">
      <dgm:prSet presAssocID="{A576A081-BBB0-415E-9229-12D87F25F74D}" presName="vert2" presStyleCnt="0"/>
      <dgm:spPr/>
    </dgm:pt>
    <dgm:pt modelId="{BD6E79FA-DC3C-4310-AFB8-80979D9277B4}" type="pres">
      <dgm:prSet presAssocID="{A576A081-BBB0-415E-9229-12D87F25F74D}" presName="thinLine2b" presStyleLbl="callout" presStyleIdx="3" presStyleCnt="5"/>
      <dgm:spPr/>
    </dgm:pt>
    <dgm:pt modelId="{58CAEB0A-2E42-48E7-B1ED-D5BB00BAE5CD}" type="pres">
      <dgm:prSet presAssocID="{A576A081-BBB0-415E-9229-12D87F25F74D}" presName="vertSpace2b" presStyleCnt="0"/>
      <dgm:spPr/>
    </dgm:pt>
    <dgm:pt modelId="{185F7840-E20D-461E-9104-E8C184B4D565}" type="pres">
      <dgm:prSet presAssocID="{6AF07649-3849-4D98-8E70-6897D1846018}" presName="thickLine" presStyleLbl="alignNode1" presStyleIdx="4" presStyleCnt="5"/>
      <dgm:spPr/>
    </dgm:pt>
    <dgm:pt modelId="{8172FE2B-31A5-41A3-A8C8-9A6AAB8FADE0}" type="pres">
      <dgm:prSet presAssocID="{6AF07649-3849-4D98-8E70-6897D1846018}" presName="horz1" presStyleCnt="0"/>
      <dgm:spPr/>
    </dgm:pt>
    <dgm:pt modelId="{FD2C38E4-0B8A-47B6-95E8-73C689AA8551}" type="pres">
      <dgm:prSet presAssocID="{6AF07649-3849-4D98-8E70-6897D1846018}" presName="tx1" presStyleLbl="revTx" presStyleIdx="8" presStyleCnt="10"/>
      <dgm:spPr/>
    </dgm:pt>
    <dgm:pt modelId="{F1EC1AA8-0B96-4C80-B1F2-F1B5A44DD4E9}" type="pres">
      <dgm:prSet presAssocID="{6AF07649-3849-4D98-8E70-6897D1846018}" presName="vert1" presStyleCnt="0"/>
      <dgm:spPr/>
    </dgm:pt>
    <dgm:pt modelId="{5131ACB3-F482-42A7-990B-E394AD237976}" type="pres">
      <dgm:prSet presAssocID="{1FB199C8-E169-4D32-881D-D00F06B9A914}" presName="vertSpace2a" presStyleCnt="0"/>
      <dgm:spPr/>
    </dgm:pt>
    <dgm:pt modelId="{5E3F5517-093F-4FC8-BBD2-077F7EA16C22}" type="pres">
      <dgm:prSet presAssocID="{1FB199C8-E169-4D32-881D-D00F06B9A914}" presName="horz2" presStyleCnt="0"/>
      <dgm:spPr/>
    </dgm:pt>
    <dgm:pt modelId="{A2AE32CD-7361-4B41-A07D-D54237A8DCCC}" type="pres">
      <dgm:prSet presAssocID="{1FB199C8-E169-4D32-881D-D00F06B9A914}" presName="horzSpace2" presStyleCnt="0"/>
      <dgm:spPr/>
    </dgm:pt>
    <dgm:pt modelId="{E62C8718-6DB4-4B07-987A-F70C41815291}" type="pres">
      <dgm:prSet presAssocID="{1FB199C8-E169-4D32-881D-D00F06B9A914}" presName="tx2" presStyleLbl="revTx" presStyleIdx="9" presStyleCnt="10"/>
      <dgm:spPr/>
    </dgm:pt>
    <dgm:pt modelId="{3134CAE6-DD1D-440B-9A15-B517542BCEB8}" type="pres">
      <dgm:prSet presAssocID="{1FB199C8-E169-4D32-881D-D00F06B9A914}" presName="vert2" presStyleCnt="0"/>
      <dgm:spPr/>
    </dgm:pt>
    <dgm:pt modelId="{EF737FC0-36F1-46AF-A899-925EF1711046}" type="pres">
      <dgm:prSet presAssocID="{1FB199C8-E169-4D32-881D-D00F06B9A914}" presName="thinLine2b" presStyleLbl="callout" presStyleIdx="4" presStyleCnt="5"/>
      <dgm:spPr/>
    </dgm:pt>
    <dgm:pt modelId="{85290D0E-22B3-41FD-8368-97893215DF83}" type="pres">
      <dgm:prSet presAssocID="{1FB199C8-E169-4D32-881D-D00F06B9A914}" presName="vertSpace2b" presStyleCnt="0"/>
      <dgm:spPr/>
    </dgm:pt>
  </dgm:ptLst>
  <dgm:cxnLst>
    <dgm:cxn modelId="{19194D06-0317-47DB-BF62-A08539EDE087}" type="presOf" srcId="{A073F18D-BD57-4665-8B90-A59D219B7FAD}" destId="{1C07FF10-CF99-4E32-8DBD-88B22CA22738}" srcOrd="0" destOrd="0" presId="urn:microsoft.com/office/officeart/2008/layout/LinedList"/>
    <dgm:cxn modelId="{D88AC819-95C6-4A06-AAF4-4635A98246EC}" type="presOf" srcId="{A05955FC-B781-4EC1-905C-1ED65F3CC4F4}" destId="{F154F5B8-2F9F-4D8A-AF95-F5FAC4232FDC}" srcOrd="0" destOrd="0" presId="urn:microsoft.com/office/officeart/2008/layout/LinedList"/>
    <dgm:cxn modelId="{90C83048-EF3F-4631-A750-4A0228197107}" srcId="{A05955FC-B781-4EC1-905C-1ED65F3CC4F4}" destId="{A576A081-BBB0-415E-9229-12D87F25F74D}" srcOrd="0" destOrd="0" parTransId="{828E6A60-50D0-4266-AA3D-3BC48F8B7CC9}" sibTransId="{76AD8914-B877-4A05-AB33-EDADD9D774B5}"/>
    <dgm:cxn modelId="{EE82D66A-18E2-4AA2-9B20-E2C5C32B6CE7}" type="presOf" srcId="{3F955C19-3B54-4716-89F3-B3BC1B75F84F}" destId="{EAEA038E-ECD7-410D-8896-079EA542DF61}" srcOrd="0" destOrd="0" presId="urn:microsoft.com/office/officeart/2008/layout/LinedList"/>
    <dgm:cxn modelId="{77081C4E-BFC4-459F-96B1-48B6FAE1FCF3}" srcId="{257ABC61-4C32-4883-9965-45B63B30636D}" destId="{4DE6D305-8AE8-44D0-8EC0-68120FCC4283}" srcOrd="0" destOrd="0" parTransId="{3D8C02A7-0488-41F0-8D21-4047AF203306}" sibTransId="{E3721E96-8237-4A05-BD71-BA07FC17E06F}"/>
    <dgm:cxn modelId="{6D9DD153-5630-45FA-AE42-BD6F00362F3D}" type="presOf" srcId="{305494B5-60E1-4731-8017-3D46BA9940CC}" destId="{94B73A13-20B8-4F33-9DE5-A51E282641D0}" srcOrd="0" destOrd="0" presId="urn:microsoft.com/office/officeart/2008/layout/LinedList"/>
    <dgm:cxn modelId="{DA831E75-EDF4-468B-8E84-9A8F59A42773}" type="presOf" srcId="{4DE6D305-8AE8-44D0-8EC0-68120FCC4283}" destId="{26FEC090-B333-49E8-BF2D-68A6A21906B3}" srcOrd="0" destOrd="0" presId="urn:microsoft.com/office/officeart/2008/layout/LinedList"/>
    <dgm:cxn modelId="{E76FAB79-7352-4ECC-B621-8727BF7146ED}" srcId="{257ABC61-4C32-4883-9965-45B63B30636D}" destId="{A05955FC-B781-4EC1-905C-1ED65F3CC4F4}" srcOrd="3" destOrd="0" parTransId="{FF6DD310-35B0-49D4-91C2-C5CE1D087F21}" sibTransId="{C9C9CD9A-98A8-4C30-AE0C-19C4997C4D79}"/>
    <dgm:cxn modelId="{38C8B183-5112-4BE4-8611-B3CB9CE69F42}" srcId="{257ABC61-4C32-4883-9965-45B63B30636D}" destId="{A073F18D-BD57-4665-8B90-A59D219B7FAD}" srcOrd="2" destOrd="0" parTransId="{F9C48DD5-07B7-4F4B-9CEF-CB186A07EE75}" sibTransId="{B7B61BC3-85CE-488D-A85D-95875D15BB26}"/>
    <dgm:cxn modelId="{DC9C868E-B125-44C2-99AC-F721D58B391B}" srcId="{3F955C19-3B54-4716-89F3-B3BC1B75F84F}" destId="{87204B6E-74A5-47CE-9C56-5F7614E26786}" srcOrd="0" destOrd="0" parTransId="{ECCE2265-929A-41B4-BDDA-420DCCEDCDBE}" sibTransId="{C17094CB-D158-456A-8F99-2ECE77C5D730}"/>
    <dgm:cxn modelId="{EF2A0295-730B-4330-AA1A-D43E5F82342F}" type="presOf" srcId="{6AF07649-3849-4D98-8E70-6897D1846018}" destId="{FD2C38E4-0B8A-47B6-95E8-73C689AA8551}" srcOrd="0" destOrd="0" presId="urn:microsoft.com/office/officeart/2008/layout/LinedList"/>
    <dgm:cxn modelId="{73CCD8A7-4FDE-4008-89DF-4FBB9D78509C}" srcId="{6AF07649-3849-4D98-8E70-6897D1846018}" destId="{1FB199C8-E169-4D32-881D-D00F06B9A914}" srcOrd="0" destOrd="0" parTransId="{011C9881-50D7-453E-9802-891DB49B1D4D}" sibTransId="{5E0257F0-03F3-4165-87C9-7F764A5B388B}"/>
    <dgm:cxn modelId="{A1A66CA9-F1A3-4B1E-A4D2-08D714CE0D32}" srcId="{A073F18D-BD57-4665-8B90-A59D219B7FAD}" destId="{48E99DF9-F94F-44AB-AB45-D150944947A0}" srcOrd="0" destOrd="0" parTransId="{E78B0BC1-283B-4A3A-8660-3613C096B885}" sibTransId="{BB5FE160-B600-4599-B4A6-3A95FD97734A}"/>
    <dgm:cxn modelId="{60BE4CAE-2C67-4FD3-835F-E06186252161}" type="presOf" srcId="{1FB199C8-E169-4D32-881D-D00F06B9A914}" destId="{E62C8718-6DB4-4B07-987A-F70C41815291}" srcOrd="0" destOrd="0" presId="urn:microsoft.com/office/officeart/2008/layout/LinedList"/>
    <dgm:cxn modelId="{FD26E1B9-8775-440D-BD08-1E08EEFEB6D4}" srcId="{4DE6D305-8AE8-44D0-8EC0-68120FCC4283}" destId="{305494B5-60E1-4731-8017-3D46BA9940CC}" srcOrd="0" destOrd="0" parTransId="{8CAE6E3C-1F1F-41C2-B436-45A9F5948632}" sibTransId="{6FD0F348-83CB-45CA-8204-4C54D42E1F2F}"/>
    <dgm:cxn modelId="{6B3D9CC3-C590-4830-808D-1D368B8EA1D7}" type="presOf" srcId="{87204B6E-74A5-47CE-9C56-5F7614E26786}" destId="{63A84885-D41F-46C1-92CE-4B0C4D4D7DD0}" srcOrd="0" destOrd="0" presId="urn:microsoft.com/office/officeart/2008/layout/LinedList"/>
    <dgm:cxn modelId="{11FFDAC8-6A44-45EB-8A2E-9355AB2AC35E}" srcId="{257ABC61-4C32-4883-9965-45B63B30636D}" destId="{6AF07649-3849-4D98-8E70-6897D1846018}" srcOrd="4" destOrd="0" parTransId="{2C435AA3-8D87-4E3E-AAFF-1DF4C116DF5B}" sibTransId="{5DB5FB1A-62F0-4A8F-92AE-91CE5F2505C3}"/>
    <dgm:cxn modelId="{CBF956DD-0ABB-48EC-B450-6447883FCD4B}" srcId="{257ABC61-4C32-4883-9965-45B63B30636D}" destId="{3F955C19-3B54-4716-89F3-B3BC1B75F84F}" srcOrd="1" destOrd="0" parTransId="{D399A078-CC90-4010-990A-782983972CC1}" sibTransId="{E9DB0F04-432D-4ACB-B2ED-71614125F9E5}"/>
    <dgm:cxn modelId="{1632ACED-D733-4C4B-9238-97933BF0BBC9}" type="presOf" srcId="{257ABC61-4C32-4883-9965-45B63B30636D}" destId="{E818B19E-4C09-4D2F-B25B-D0EE1AD992D1}" srcOrd="0" destOrd="0" presId="urn:microsoft.com/office/officeart/2008/layout/LinedList"/>
    <dgm:cxn modelId="{2FB512F1-0A55-4A1F-9C62-11F88E9D1BB7}" type="presOf" srcId="{48E99DF9-F94F-44AB-AB45-D150944947A0}" destId="{3ECB9E7D-CB32-4692-9B02-5B82AB8BC26E}" srcOrd="0" destOrd="0" presId="urn:microsoft.com/office/officeart/2008/layout/LinedList"/>
    <dgm:cxn modelId="{F99613F6-C754-4608-8329-6B314BC7470B}" type="presOf" srcId="{A576A081-BBB0-415E-9229-12D87F25F74D}" destId="{C25E20FE-D0DA-4CF3-8DC3-D051E2D310E7}" srcOrd="0" destOrd="0" presId="urn:microsoft.com/office/officeart/2008/layout/LinedList"/>
    <dgm:cxn modelId="{D62E0116-BD6F-4964-BD34-5230E3288BFB}" type="presParOf" srcId="{E818B19E-4C09-4D2F-B25B-D0EE1AD992D1}" destId="{4890755F-5927-4D38-8C4E-4D0A009FA817}" srcOrd="0" destOrd="0" presId="urn:microsoft.com/office/officeart/2008/layout/LinedList"/>
    <dgm:cxn modelId="{B73B3D86-BE5E-4CAB-A6E7-0B6C08B5D801}" type="presParOf" srcId="{E818B19E-4C09-4D2F-B25B-D0EE1AD992D1}" destId="{112F4BC2-C10C-4E91-BB34-2064110E4925}" srcOrd="1" destOrd="0" presId="urn:microsoft.com/office/officeart/2008/layout/LinedList"/>
    <dgm:cxn modelId="{DD026009-896C-441B-8144-FE2BDF2F3923}" type="presParOf" srcId="{112F4BC2-C10C-4E91-BB34-2064110E4925}" destId="{26FEC090-B333-49E8-BF2D-68A6A21906B3}" srcOrd="0" destOrd="0" presId="urn:microsoft.com/office/officeart/2008/layout/LinedList"/>
    <dgm:cxn modelId="{DA1C5F2D-2525-4F3C-BCB2-4BBFFCA9A83F}" type="presParOf" srcId="{112F4BC2-C10C-4E91-BB34-2064110E4925}" destId="{9321CF55-72C5-45F3-A9A7-AEBB115010A1}" srcOrd="1" destOrd="0" presId="urn:microsoft.com/office/officeart/2008/layout/LinedList"/>
    <dgm:cxn modelId="{562CF506-A873-42D2-A630-0CC21710028F}" type="presParOf" srcId="{9321CF55-72C5-45F3-A9A7-AEBB115010A1}" destId="{0DE495F3-43A2-4222-9A77-8AC0B31C6DF9}" srcOrd="0" destOrd="0" presId="urn:microsoft.com/office/officeart/2008/layout/LinedList"/>
    <dgm:cxn modelId="{9E938EFC-20FB-4558-8167-1381AB4528DF}" type="presParOf" srcId="{9321CF55-72C5-45F3-A9A7-AEBB115010A1}" destId="{0AAB7B08-F6F8-4408-988B-69AE9A584414}" srcOrd="1" destOrd="0" presId="urn:microsoft.com/office/officeart/2008/layout/LinedList"/>
    <dgm:cxn modelId="{64DF8639-688C-471A-84EE-2A59F99333B3}" type="presParOf" srcId="{0AAB7B08-F6F8-4408-988B-69AE9A584414}" destId="{A6BEA08B-44FA-49CB-B0A2-9552F5277733}" srcOrd="0" destOrd="0" presId="urn:microsoft.com/office/officeart/2008/layout/LinedList"/>
    <dgm:cxn modelId="{D1270AC8-6220-49C4-89F9-49562B5252D0}" type="presParOf" srcId="{0AAB7B08-F6F8-4408-988B-69AE9A584414}" destId="{94B73A13-20B8-4F33-9DE5-A51E282641D0}" srcOrd="1" destOrd="0" presId="urn:microsoft.com/office/officeart/2008/layout/LinedList"/>
    <dgm:cxn modelId="{B06F34B6-51B8-4DA6-BDE4-6E5ABED8D14D}" type="presParOf" srcId="{0AAB7B08-F6F8-4408-988B-69AE9A584414}" destId="{4B29D2DC-85B5-4AB4-84F7-3A520001A3C1}" srcOrd="2" destOrd="0" presId="urn:microsoft.com/office/officeart/2008/layout/LinedList"/>
    <dgm:cxn modelId="{B5ED5E4F-6955-4413-89EB-4B380C9A237E}" type="presParOf" srcId="{9321CF55-72C5-45F3-A9A7-AEBB115010A1}" destId="{B31B41C8-0DAB-4C8C-ACF0-1EA6B7F021AA}" srcOrd="2" destOrd="0" presId="urn:microsoft.com/office/officeart/2008/layout/LinedList"/>
    <dgm:cxn modelId="{E1DE5252-0261-4FEB-BBFA-C382A8BCECE5}" type="presParOf" srcId="{9321CF55-72C5-45F3-A9A7-AEBB115010A1}" destId="{C76A1FD9-7FD5-49CE-8AB2-B0C4AB9A1842}" srcOrd="3" destOrd="0" presId="urn:microsoft.com/office/officeart/2008/layout/LinedList"/>
    <dgm:cxn modelId="{865E0BBE-9E4A-48D9-B06B-BCB409B5C248}" type="presParOf" srcId="{E818B19E-4C09-4D2F-B25B-D0EE1AD992D1}" destId="{781E8E66-E8A3-49DC-B161-49F3A62D5437}" srcOrd="2" destOrd="0" presId="urn:microsoft.com/office/officeart/2008/layout/LinedList"/>
    <dgm:cxn modelId="{62D4A0EA-F5D1-4FB5-BC9D-6DF5F26C12BD}" type="presParOf" srcId="{E818B19E-4C09-4D2F-B25B-D0EE1AD992D1}" destId="{AF82A201-ED00-414C-AFF4-1DACE271C492}" srcOrd="3" destOrd="0" presId="urn:microsoft.com/office/officeart/2008/layout/LinedList"/>
    <dgm:cxn modelId="{52001F3E-1800-41C8-9000-821BA7AB872C}" type="presParOf" srcId="{AF82A201-ED00-414C-AFF4-1DACE271C492}" destId="{EAEA038E-ECD7-410D-8896-079EA542DF61}" srcOrd="0" destOrd="0" presId="urn:microsoft.com/office/officeart/2008/layout/LinedList"/>
    <dgm:cxn modelId="{6123DC5D-3295-4DBF-8075-BB8CE3EC4D61}" type="presParOf" srcId="{AF82A201-ED00-414C-AFF4-1DACE271C492}" destId="{586EC15E-12E4-4A11-B604-CF08BE1BCECA}" srcOrd="1" destOrd="0" presId="urn:microsoft.com/office/officeart/2008/layout/LinedList"/>
    <dgm:cxn modelId="{FECAD214-7422-4B69-B69E-4F1843A2D6AA}" type="presParOf" srcId="{586EC15E-12E4-4A11-B604-CF08BE1BCECA}" destId="{1962A201-C252-487B-A681-F54A6EEE973E}" srcOrd="0" destOrd="0" presId="urn:microsoft.com/office/officeart/2008/layout/LinedList"/>
    <dgm:cxn modelId="{3F866861-E482-4E2F-B850-FD65BF5D04BA}" type="presParOf" srcId="{586EC15E-12E4-4A11-B604-CF08BE1BCECA}" destId="{80D7A9AA-68C4-46AB-8FA4-1CD7FA2417B1}" srcOrd="1" destOrd="0" presId="urn:microsoft.com/office/officeart/2008/layout/LinedList"/>
    <dgm:cxn modelId="{1EF82D0B-4C17-4EFE-88D4-028AEAD0FD54}" type="presParOf" srcId="{80D7A9AA-68C4-46AB-8FA4-1CD7FA2417B1}" destId="{116D15C1-13C7-4217-BB13-578535B8BA3B}" srcOrd="0" destOrd="0" presId="urn:microsoft.com/office/officeart/2008/layout/LinedList"/>
    <dgm:cxn modelId="{F5543564-D5DB-4382-A959-2E6D2C58C686}" type="presParOf" srcId="{80D7A9AA-68C4-46AB-8FA4-1CD7FA2417B1}" destId="{63A84885-D41F-46C1-92CE-4B0C4D4D7DD0}" srcOrd="1" destOrd="0" presId="urn:microsoft.com/office/officeart/2008/layout/LinedList"/>
    <dgm:cxn modelId="{40D90012-16E4-4E3B-B794-8F90DC54CF9E}" type="presParOf" srcId="{80D7A9AA-68C4-46AB-8FA4-1CD7FA2417B1}" destId="{E6930EAB-5055-4AB4-8913-B20FCA5FA59C}" srcOrd="2" destOrd="0" presId="urn:microsoft.com/office/officeart/2008/layout/LinedList"/>
    <dgm:cxn modelId="{F8A2F65E-EC5D-4F20-9C7F-9C7DF97241F1}" type="presParOf" srcId="{586EC15E-12E4-4A11-B604-CF08BE1BCECA}" destId="{A46D8828-05DB-4982-AA22-5F1C122B12B5}" srcOrd="2" destOrd="0" presId="urn:microsoft.com/office/officeart/2008/layout/LinedList"/>
    <dgm:cxn modelId="{3FCC2A9B-9104-471D-B482-38E48C81B228}" type="presParOf" srcId="{586EC15E-12E4-4A11-B604-CF08BE1BCECA}" destId="{B34C6DB3-F363-4680-BDB4-FB99169E9634}" srcOrd="3" destOrd="0" presId="urn:microsoft.com/office/officeart/2008/layout/LinedList"/>
    <dgm:cxn modelId="{65D31584-D286-4A5D-B6AB-5EE3FEE69353}" type="presParOf" srcId="{E818B19E-4C09-4D2F-B25B-D0EE1AD992D1}" destId="{A2459E46-D1DE-4748-A677-BA44EB5DB8DA}" srcOrd="4" destOrd="0" presId="urn:microsoft.com/office/officeart/2008/layout/LinedList"/>
    <dgm:cxn modelId="{76848F08-C26C-402B-B043-F46C3513DA16}" type="presParOf" srcId="{E818B19E-4C09-4D2F-B25B-D0EE1AD992D1}" destId="{41BDDB61-25DE-4C33-8102-80554EEC89AB}" srcOrd="5" destOrd="0" presId="urn:microsoft.com/office/officeart/2008/layout/LinedList"/>
    <dgm:cxn modelId="{852ABC8D-1C62-4A74-8A21-50602808CD69}" type="presParOf" srcId="{41BDDB61-25DE-4C33-8102-80554EEC89AB}" destId="{1C07FF10-CF99-4E32-8DBD-88B22CA22738}" srcOrd="0" destOrd="0" presId="urn:microsoft.com/office/officeart/2008/layout/LinedList"/>
    <dgm:cxn modelId="{A50BC7CC-8E49-4562-A305-056AB4E6CB2B}" type="presParOf" srcId="{41BDDB61-25DE-4C33-8102-80554EEC89AB}" destId="{F0174430-2D9C-47FA-B8EC-F74A71271228}" srcOrd="1" destOrd="0" presId="urn:microsoft.com/office/officeart/2008/layout/LinedList"/>
    <dgm:cxn modelId="{3264D873-5624-4E3C-8702-771B1608D37B}" type="presParOf" srcId="{F0174430-2D9C-47FA-B8EC-F74A71271228}" destId="{9EE0BB31-6DEF-42A0-B0C0-928C1ADEEC75}" srcOrd="0" destOrd="0" presId="urn:microsoft.com/office/officeart/2008/layout/LinedList"/>
    <dgm:cxn modelId="{74E59E02-02CA-4F68-AC16-CF441A780F28}" type="presParOf" srcId="{F0174430-2D9C-47FA-B8EC-F74A71271228}" destId="{B53938EB-6151-48F7-86E9-965EC83B49FB}" srcOrd="1" destOrd="0" presId="urn:microsoft.com/office/officeart/2008/layout/LinedList"/>
    <dgm:cxn modelId="{7508BAAC-AED8-408D-B71D-3B3A89D44952}" type="presParOf" srcId="{B53938EB-6151-48F7-86E9-965EC83B49FB}" destId="{A7375354-00E2-404D-82F3-A4B249B791AE}" srcOrd="0" destOrd="0" presId="urn:microsoft.com/office/officeart/2008/layout/LinedList"/>
    <dgm:cxn modelId="{882BD2A9-11B6-4E2F-BD4E-5B5038337156}" type="presParOf" srcId="{B53938EB-6151-48F7-86E9-965EC83B49FB}" destId="{3ECB9E7D-CB32-4692-9B02-5B82AB8BC26E}" srcOrd="1" destOrd="0" presId="urn:microsoft.com/office/officeart/2008/layout/LinedList"/>
    <dgm:cxn modelId="{512A74E9-4322-42AC-8DB4-CD1AB91828A3}" type="presParOf" srcId="{B53938EB-6151-48F7-86E9-965EC83B49FB}" destId="{A4DF8E0D-B8C1-437B-96FA-5C5DD5217F7A}" srcOrd="2" destOrd="0" presId="urn:microsoft.com/office/officeart/2008/layout/LinedList"/>
    <dgm:cxn modelId="{54CC89DD-37C1-4C24-AE77-449CDC4C0802}" type="presParOf" srcId="{F0174430-2D9C-47FA-B8EC-F74A71271228}" destId="{7A6DD3D7-7C10-4CED-977C-3A780F82A61E}" srcOrd="2" destOrd="0" presId="urn:microsoft.com/office/officeart/2008/layout/LinedList"/>
    <dgm:cxn modelId="{85780F72-729D-430C-953F-F01AA38091A1}" type="presParOf" srcId="{F0174430-2D9C-47FA-B8EC-F74A71271228}" destId="{6258EDA9-7685-4F6F-800C-03343FF0CD6C}" srcOrd="3" destOrd="0" presId="urn:microsoft.com/office/officeart/2008/layout/LinedList"/>
    <dgm:cxn modelId="{525C4724-FC8C-4C93-9DC4-30A7ED593A0C}" type="presParOf" srcId="{E818B19E-4C09-4D2F-B25B-D0EE1AD992D1}" destId="{BCDB0C74-8371-401D-865D-B51B064B6F64}" srcOrd="6" destOrd="0" presId="urn:microsoft.com/office/officeart/2008/layout/LinedList"/>
    <dgm:cxn modelId="{D80D6FD1-39DE-43B4-B95D-67B60D9332A3}" type="presParOf" srcId="{E818B19E-4C09-4D2F-B25B-D0EE1AD992D1}" destId="{0C856E32-7716-411D-A3B1-A34344C89BF0}" srcOrd="7" destOrd="0" presId="urn:microsoft.com/office/officeart/2008/layout/LinedList"/>
    <dgm:cxn modelId="{B69A473C-C81D-4A82-8D9F-BAB7DD6E4518}" type="presParOf" srcId="{0C856E32-7716-411D-A3B1-A34344C89BF0}" destId="{F154F5B8-2F9F-4D8A-AF95-F5FAC4232FDC}" srcOrd="0" destOrd="0" presId="urn:microsoft.com/office/officeart/2008/layout/LinedList"/>
    <dgm:cxn modelId="{72CAB1CF-CDC4-476C-94CD-6C99280F126E}" type="presParOf" srcId="{0C856E32-7716-411D-A3B1-A34344C89BF0}" destId="{791DADDC-3B33-4487-AEA8-5BD1EFC478AA}" srcOrd="1" destOrd="0" presId="urn:microsoft.com/office/officeart/2008/layout/LinedList"/>
    <dgm:cxn modelId="{18FF9309-F681-483E-AB81-CFE752ABFC2B}" type="presParOf" srcId="{791DADDC-3B33-4487-AEA8-5BD1EFC478AA}" destId="{EF16CE62-90AE-4546-87D8-547BE3DA014A}" srcOrd="0" destOrd="0" presId="urn:microsoft.com/office/officeart/2008/layout/LinedList"/>
    <dgm:cxn modelId="{F860ADBB-D910-45A7-841F-E581A1C1CABD}" type="presParOf" srcId="{791DADDC-3B33-4487-AEA8-5BD1EFC478AA}" destId="{F7B3C6B3-A389-4CED-BCF6-E147FC653927}" srcOrd="1" destOrd="0" presId="urn:microsoft.com/office/officeart/2008/layout/LinedList"/>
    <dgm:cxn modelId="{DBA7DE40-A041-48D9-95A4-A51B655F1883}" type="presParOf" srcId="{F7B3C6B3-A389-4CED-BCF6-E147FC653927}" destId="{94D02C7F-2365-42C3-9608-80A374F1F491}" srcOrd="0" destOrd="0" presId="urn:microsoft.com/office/officeart/2008/layout/LinedList"/>
    <dgm:cxn modelId="{D583C18C-D545-4B52-BF0D-505874F9798C}" type="presParOf" srcId="{F7B3C6B3-A389-4CED-BCF6-E147FC653927}" destId="{C25E20FE-D0DA-4CF3-8DC3-D051E2D310E7}" srcOrd="1" destOrd="0" presId="urn:microsoft.com/office/officeart/2008/layout/LinedList"/>
    <dgm:cxn modelId="{694FBB87-9632-4C9D-B008-E198B92F76DE}" type="presParOf" srcId="{F7B3C6B3-A389-4CED-BCF6-E147FC653927}" destId="{07ABBC67-8E31-473E-8F2C-D88D2EB61440}" srcOrd="2" destOrd="0" presId="urn:microsoft.com/office/officeart/2008/layout/LinedList"/>
    <dgm:cxn modelId="{B7FBFED8-81A1-4DD8-A04E-4ECC16773FEE}" type="presParOf" srcId="{791DADDC-3B33-4487-AEA8-5BD1EFC478AA}" destId="{BD6E79FA-DC3C-4310-AFB8-80979D9277B4}" srcOrd="2" destOrd="0" presId="urn:microsoft.com/office/officeart/2008/layout/LinedList"/>
    <dgm:cxn modelId="{36004365-5657-4BC7-A127-33562595B565}" type="presParOf" srcId="{791DADDC-3B33-4487-AEA8-5BD1EFC478AA}" destId="{58CAEB0A-2E42-48E7-B1ED-D5BB00BAE5CD}" srcOrd="3" destOrd="0" presId="urn:microsoft.com/office/officeart/2008/layout/LinedList"/>
    <dgm:cxn modelId="{B295B6BA-9E6F-4E07-BDF3-FDD599DC6A9D}" type="presParOf" srcId="{E818B19E-4C09-4D2F-B25B-D0EE1AD992D1}" destId="{185F7840-E20D-461E-9104-E8C184B4D565}" srcOrd="8" destOrd="0" presId="urn:microsoft.com/office/officeart/2008/layout/LinedList"/>
    <dgm:cxn modelId="{654FF084-7D5A-428F-8469-9689D48B7738}" type="presParOf" srcId="{E818B19E-4C09-4D2F-B25B-D0EE1AD992D1}" destId="{8172FE2B-31A5-41A3-A8C8-9A6AAB8FADE0}" srcOrd="9" destOrd="0" presId="urn:microsoft.com/office/officeart/2008/layout/LinedList"/>
    <dgm:cxn modelId="{DA863410-CAA9-42C3-8949-C1152526324D}" type="presParOf" srcId="{8172FE2B-31A5-41A3-A8C8-9A6AAB8FADE0}" destId="{FD2C38E4-0B8A-47B6-95E8-73C689AA8551}" srcOrd="0" destOrd="0" presId="urn:microsoft.com/office/officeart/2008/layout/LinedList"/>
    <dgm:cxn modelId="{258868AE-5E50-46B4-BF39-A859D1969F00}" type="presParOf" srcId="{8172FE2B-31A5-41A3-A8C8-9A6AAB8FADE0}" destId="{F1EC1AA8-0B96-4C80-B1F2-F1B5A44DD4E9}" srcOrd="1" destOrd="0" presId="urn:microsoft.com/office/officeart/2008/layout/LinedList"/>
    <dgm:cxn modelId="{24627F34-63D6-4A58-889E-8923C838FA4C}" type="presParOf" srcId="{F1EC1AA8-0B96-4C80-B1F2-F1B5A44DD4E9}" destId="{5131ACB3-F482-42A7-990B-E394AD237976}" srcOrd="0" destOrd="0" presId="urn:microsoft.com/office/officeart/2008/layout/LinedList"/>
    <dgm:cxn modelId="{0BD665C4-24A4-477A-913A-F815B7E85D5B}" type="presParOf" srcId="{F1EC1AA8-0B96-4C80-B1F2-F1B5A44DD4E9}" destId="{5E3F5517-093F-4FC8-BBD2-077F7EA16C22}" srcOrd="1" destOrd="0" presId="urn:microsoft.com/office/officeart/2008/layout/LinedList"/>
    <dgm:cxn modelId="{BA00B5AC-59BB-4DD4-AA0A-F7BA73B0E2A4}" type="presParOf" srcId="{5E3F5517-093F-4FC8-BBD2-077F7EA16C22}" destId="{A2AE32CD-7361-4B41-A07D-D54237A8DCCC}" srcOrd="0" destOrd="0" presId="urn:microsoft.com/office/officeart/2008/layout/LinedList"/>
    <dgm:cxn modelId="{07A59681-0306-4ECF-ABAD-5D3715651A3A}" type="presParOf" srcId="{5E3F5517-093F-4FC8-BBD2-077F7EA16C22}" destId="{E62C8718-6DB4-4B07-987A-F70C41815291}" srcOrd="1" destOrd="0" presId="urn:microsoft.com/office/officeart/2008/layout/LinedList"/>
    <dgm:cxn modelId="{6721086A-45B4-41E1-B126-891DB4FAD16F}" type="presParOf" srcId="{5E3F5517-093F-4FC8-BBD2-077F7EA16C22}" destId="{3134CAE6-DD1D-440B-9A15-B517542BCEB8}" srcOrd="2" destOrd="0" presId="urn:microsoft.com/office/officeart/2008/layout/LinedList"/>
    <dgm:cxn modelId="{BC184B2D-1B82-454B-8622-90ABC5C1C488}" type="presParOf" srcId="{F1EC1AA8-0B96-4C80-B1F2-F1B5A44DD4E9}" destId="{EF737FC0-36F1-46AF-A899-925EF1711046}" srcOrd="2" destOrd="0" presId="urn:microsoft.com/office/officeart/2008/layout/LinedList"/>
    <dgm:cxn modelId="{F6291BCF-66EF-4194-8999-072FD2F55975}" type="presParOf" srcId="{F1EC1AA8-0B96-4C80-B1F2-F1B5A44DD4E9}" destId="{85290D0E-22B3-41FD-8368-97893215DF83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3B03EC-D669-454A-A154-F573DD18875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3A2C2A5D-0B5D-436B-872E-DBFD7CE3289B}">
      <dgm:prSet/>
      <dgm:spPr/>
      <dgm:t>
        <a:bodyPr/>
        <a:lstStyle/>
        <a:p>
          <a:r>
            <a:rPr lang="en-US"/>
            <a:t>Redesigned UX in Figma for a clean, intuitive interface</a:t>
          </a:r>
        </a:p>
      </dgm:t>
    </dgm:pt>
    <dgm:pt modelId="{DEA78FC4-0BF8-4472-A88C-F6DF12293FE3}" type="parTrans" cxnId="{3DE57638-324C-4E93-9232-048210CC7455}">
      <dgm:prSet/>
      <dgm:spPr/>
      <dgm:t>
        <a:bodyPr/>
        <a:lstStyle/>
        <a:p>
          <a:endParaRPr lang="en-US"/>
        </a:p>
      </dgm:t>
    </dgm:pt>
    <dgm:pt modelId="{4997AEEA-5C43-4349-881B-F55D1F289C59}" type="sibTrans" cxnId="{3DE57638-324C-4E93-9232-048210CC7455}">
      <dgm:prSet/>
      <dgm:spPr/>
      <dgm:t>
        <a:bodyPr/>
        <a:lstStyle/>
        <a:p>
          <a:endParaRPr lang="en-US"/>
        </a:p>
      </dgm:t>
    </dgm:pt>
    <dgm:pt modelId="{D387A6F4-7077-41DB-84F3-A7EDD94C4F2E}">
      <dgm:prSet/>
      <dgm:spPr/>
      <dgm:t>
        <a:bodyPr/>
        <a:lstStyle/>
        <a:p>
          <a:r>
            <a:rPr lang="en-US"/>
            <a:t>Integrated AI swing detection (CoreML + Vision API, YOLOv8 keypoints)</a:t>
          </a:r>
        </a:p>
      </dgm:t>
    </dgm:pt>
    <dgm:pt modelId="{D4B10629-98E1-405A-9BC3-30EE88EDD78A}" type="parTrans" cxnId="{31AF6EAC-274B-413C-8B0C-6788A7B834FF}">
      <dgm:prSet/>
      <dgm:spPr/>
      <dgm:t>
        <a:bodyPr/>
        <a:lstStyle/>
        <a:p>
          <a:endParaRPr lang="en-US"/>
        </a:p>
      </dgm:t>
    </dgm:pt>
    <dgm:pt modelId="{2D2D8226-5A71-4293-8F84-D6894281F2C3}" type="sibTrans" cxnId="{31AF6EAC-274B-413C-8B0C-6788A7B834FF}">
      <dgm:prSet/>
      <dgm:spPr/>
      <dgm:t>
        <a:bodyPr/>
        <a:lstStyle/>
        <a:p>
          <a:endParaRPr lang="en-US"/>
        </a:p>
      </dgm:t>
    </dgm:pt>
    <dgm:pt modelId="{2CC43F4C-CF0E-46C6-B150-941250EF451F}">
      <dgm:prSet/>
      <dgm:spPr/>
      <dgm:t>
        <a:bodyPr/>
        <a:lstStyle/>
        <a:p>
          <a:r>
            <a:rPr lang="en-US"/>
            <a:t>Stable real-time streaming via Multipeer Connectivity</a:t>
          </a:r>
        </a:p>
      </dgm:t>
    </dgm:pt>
    <dgm:pt modelId="{5AF4223F-07DD-4212-AD9C-F39774E67008}" type="parTrans" cxnId="{6DC1311B-09DA-4540-9B28-56C481BF39D5}">
      <dgm:prSet/>
      <dgm:spPr/>
      <dgm:t>
        <a:bodyPr/>
        <a:lstStyle/>
        <a:p>
          <a:endParaRPr lang="en-US"/>
        </a:p>
      </dgm:t>
    </dgm:pt>
    <dgm:pt modelId="{216D686A-5386-4F7B-B145-FB1823C466D6}" type="sibTrans" cxnId="{6DC1311B-09DA-4540-9B28-56C481BF39D5}">
      <dgm:prSet/>
      <dgm:spPr/>
      <dgm:t>
        <a:bodyPr/>
        <a:lstStyle/>
        <a:p>
          <a:endParaRPr lang="en-US"/>
        </a:p>
      </dgm:t>
    </dgm:pt>
    <dgm:pt modelId="{1DA37689-E05E-4F9A-A9B6-3D021722F5B9}">
      <dgm:prSet/>
      <dgm:spPr/>
      <dgm:t>
        <a:bodyPr/>
        <a:lstStyle/>
        <a:p>
          <a:r>
            <a:rPr lang="en-US"/>
            <a:t>Added multi-camera support with synchronized playback</a:t>
          </a:r>
        </a:p>
      </dgm:t>
    </dgm:pt>
    <dgm:pt modelId="{747D764E-4FF2-496B-B4CD-1311C7A002DB}" type="parTrans" cxnId="{DA489AFA-523D-4E87-947D-EC6463CC7C3B}">
      <dgm:prSet/>
      <dgm:spPr/>
      <dgm:t>
        <a:bodyPr/>
        <a:lstStyle/>
        <a:p>
          <a:endParaRPr lang="en-US"/>
        </a:p>
      </dgm:t>
    </dgm:pt>
    <dgm:pt modelId="{C975E765-558A-4F32-846B-B93BF8E0B5B6}" type="sibTrans" cxnId="{DA489AFA-523D-4E87-947D-EC6463CC7C3B}">
      <dgm:prSet/>
      <dgm:spPr/>
      <dgm:t>
        <a:bodyPr/>
        <a:lstStyle/>
        <a:p>
          <a:endParaRPr lang="en-US"/>
        </a:p>
      </dgm:t>
    </dgm:pt>
    <dgm:pt modelId="{167C3FCF-B934-4A84-96E8-E8505EFC87FE}">
      <dgm:prSet/>
      <dgm:spPr/>
      <dgm:t>
        <a:bodyPr/>
        <a:lstStyle/>
        <a:p>
          <a:r>
            <a:rPr lang="en-US"/>
            <a:t>Built a scalable backend with authentication, payments &amp; cloud storage</a:t>
          </a:r>
        </a:p>
      </dgm:t>
    </dgm:pt>
    <dgm:pt modelId="{2D2DDB75-89E6-4C17-94EC-5031DA4EA150}" type="parTrans" cxnId="{C1FA666F-2022-47EC-84ED-9268B2D0E64A}">
      <dgm:prSet/>
      <dgm:spPr/>
      <dgm:t>
        <a:bodyPr/>
        <a:lstStyle/>
        <a:p>
          <a:endParaRPr lang="en-US"/>
        </a:p>
      </dgm:t>
    </dgm:pt>
    <dgm:pt modelId="{453B3B0E-A819-4332-97C9-1BF024889C41}" type="sibTrans" cxnId="{C1FA666F-2022-47EC-84ED-9268B2D0E64A}">
      <dgm:prSet/>
      <dgm:spPr/>
      <dgm:t>
        <a:bodyPr/>
        <a:lstStyle/>
        <a:p>
          <a:endParaRPr lang="en-US"/>
        </a:p>
      </dgm:t>
    </dgm:pt>
    <dgm:pt modelId="{66F1A896-B2FE-4042-A590-3AB3920E8E32}" type="pres">
      <dgm:prSet presAssocID="{0D3B03EC-D669-454A-A154-F573DD188751}" presName="root" presStyleCnt="0">
        <dgm:presLayoutVars>
          <dgm:dir/>
          <dgm:resizeHandles val="exact"/>
        </dgm:presLayoutVars>
      </dgm:prSet>
      <dgm:spPr/>
    </dgm:pt>
    <dgm:pt modelId="{154B9038-56C1-49B3-8616-6AA35950DF4C}" type="pres">
      <dgm:prSet presAssocID="{0D3B03EC-D669-454A-A154-F573DD188751}" presName="container" presStyleCnt="0">
        <dgm:presLayoutVars>
          <dgm:dir/>
          <dgm:resizeHandles val="exact"/>
        </dgm:presLayoutVars>
      </dgm:prSet>
      <dgm:spPr/>
    </dgm:pt>
    <dgm:pt modelId="{3085FB9F-CF88-4420-997A-E2967C344E93}" type="pres">
      <dgm:prSet presAssocID="{3A2C2A5D-0B5D-436B-872E-DBFD7CE3289B}" presName="compNode" presStyleCnt="0"/>
      <dgm:spPr/>
    </dgm:pt>
    <dgm:pt modelId="{9C477952-A451-4020-8024-08F5BF274D80}" type="pres">
      <dgm:prSet presAssocID="{3A2C2A5D-0B5D-436B-872E-DBFD7CE3289B}" presName="iconBgRect" presStyleLbl="bgShp" presStyleIdx="0" presStyleCnt="5"/>
      <dgm:spPr/>
    </dgm:pt>
    <dgm:pt modelId="{343B18F5-FE9B-4A19-8804-8FF92927D4EB}" type="pres">
      <dgm:prSet presAssocID="{3A2C2A5D-0B5D-436B-872E-DBFD7CE3289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3914C11-A490-4E69-9441-5F6B1B8EAC63}" type="pres">
      <dgm:prSet presAssocID="{3A2C2A5D-0B5D-436B-872E-DBFD7CE3289B}" presName="spaceRect" presStyleCnt="0"/>
      <dgm:spPr/>
    </dgm:pt>
    <dgm:pt modelId="{9337707A-5F8E-4465-BED5-6C1A7D9E9D80}" type="pres">
      <dgm:prSet presAssocID="{3A2C2A5D-0B5D-436B-872E-DBFD7CE3289B}" presName="textRect" presStyleLbl="revTx" presStyleIdx="0" presStyleCnt="5">
        <dgm:presLayoutVars>
          <dgm:chMax val="1"/>
          <dgm:chPref val="1"/>
        </dgm:presLayoutVars>
      </dgm:prSet>
      <dgm:spPr/>
    </dgm:pt>
    <dgm:pt modelId="{51020F0F-DDA3-40BE-9DA2-96860C52A0A8}" type="pres">
      <dgm:prSet presAssocID="{4997AEEA-5C43-4349-881B-F55D1F289C59}" presName="sibTrans" presStyleLbl="sibTrans2D1" presStyleIdx="0" presStyleCnt="0"/>
      <dgm:spPr/>
    </dgm:pt>
    <dgm:pt modelId="{4744CD79-FDC9-4363-9172-7E98450CAEE3}" type="pres">
      <dgm:prSet presAssocID="{D387A6F4-7077-41DB-84F3-A7EDD94C4F2E}" presName="compNode" presStyleCnt="0"/>
      <dgm:spPr/>
    </dgm:pt>
    <dgm:pt modelId="{47A40071-37A9-4123-8AE6-1BA5F2E11456}" type="pres">
      <dgm:prSet presAssocID="{D387A6F4-7077-41DB-84F3-A7EDD94C4F2E}" presName="iconBgRect" presStyleLbl="bgShp" presStyleIdx="1" presStyleCnt="5"/>
      <dgm:spPr/>
    </dgm:pt>
    <dgm:pt modelId="{642CC343-B831-4743-BD1C-F336950B88D3}" type="pres">
      <dgm:prSet presAssocID="{D387A6F4-7077-41DB-84F3-A7EDD94C4F2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1BB32759-57A2-463B-95D2-92B45B7FFB0A}" type="pres">
      <dgm:prSet presAssocID="{D387A6F4-7077-41DB-84F3-A7EDD94C4F2E}" presName="spaceRect" presStyleCnt="0"/>
      <dgm:spPr/>
    </dgm:pt>
    <dgm:pt modelId="{D558F16C-4EBB-4D8E-A108-42AF281D03D9}" type="pres">
      <dgm:prSet presAssocID="{D387A6F4-7077-41DB-84F3-A7EDD94C4F2E}" presName="textRect" presStyleLbl="revTx" presStyleIdx="1" presStyleCnt="5">
        <dgm:presLayoutVars>
          <dgm:chMax val="1"/>
          <dgm:chPref val="1"/>
        </dgm:presLayoutVars>
      </dgm:prSet>
      <dgm:spPr/>
    </dgm:pt>
    <dgm:pt modelId="{0214DF07-40C4-4375-BD01-1A0783DB0A43}" type="pres">
      <dgm:prSet presAssocID="{2D2D8226-5A71-4293-8F84-D6894281F2C3}" presName="sibTrans" presStyleLbl="sibTrans2D1" presStyleIdx="0" presStyleCnt="0"/>
      <dgm:spPr/>
    </dgm:pt>
    <dgm:pt modelId="{F325EC62-3266-4EA4-96B0-0D98CC1D3383}" type="pres">
      <dgm:prSet presAssocID="{2CC43F4C-CF0E-46C6-B150-941250EF451F}" presName="compNode" presStyleCnt="0"/>
      <dgm:spPr/>
    </dgm:pt>
    <dgm:pt modelId="{B2F25740-8B3F-4F59-89BD-330491CDF600}" type="pres">
      <dgm:prSet presAssocID="{2CC43F4C-CF0E-46C6-B150-941250EF451F}" presName="iconBgRect" presStyleLbl="bgShp" presStyleIdx="2" presStyleCnt="5"/>
      <dgm:spPr/>
    </dgm:pt>
    <dgm:pt modelId="{1A00DC35-464D-4793-B6C8-DAE8E3953C82}" type="pres">
      <dgm:prSet presAssocID="{2CC43F4C-CF0E-46C6-B150-941250EF451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ED0397FF-2038-4CA3-A094-469ECB642849}" type="pres">
      <dgm:prSet presAssocID="{2CC43F4C-CF0E-46C6-B150-941250EF451F}" presName="spaceRect" presStyleCnt="0"/>
      <dgm:spPr/>
    </dgm:pt>
    <dgm:pt modelId="{55DAAD57-A224-4694-9CBF-197193A8C14A}" type="pres">
      <dgm:prSet presAssocID="{2CC43F4C-CF0E-46C6-B150-941250EF451F}" presName="textRect" presStyleLbl="revTx" presStyleIdx="2" presStyleCnt="5">
        <dgm:presLayoutVars>
          <dgm:chMax val="1"/>
          <dgm:chPref val="1"/>
        </dgm:presLayoutVars>
      </dgm:prSet>
      <dgm:spPr/>
    </dgm:pt>
    <dgm:pt modelId="{98496485-6172-4E5B-A8A7-88487B264ED4}" type="pres">
      <dgm:prSet presAssocID="{216D686A-5386-4F7B-B145-FB1823C466D6}" presName="sibTrans" presStyleLbl="sibTrans2D1" presStyleIdx="0" presStyleCnt="0"/>
      <dgm:spPr/>
    </dgm:pt>
    <dgm:pt modelId="{CC3A24C0-0368-4C4F-9CEE-B8F5C9322E2A}" type="pres">
      <dgm:prSet presAssocID="{1DA37689-E05E-4F9A-A9B6-3D021722F5B9}" presName="compNode" presStyleCnt="0"/>
      <dgm:spPr/>
    </dgm:pt>
    <dgm:pt modelId="{2BCDCC34-4B17-411B-9417-1D4E6CE7C846}" type="pres">
      <dgm:prSet presAssocID="{1DA37689-E05E-4F9A-A9B6-3D021722F5B9}" presName="iconBgRect" presStyleLbl="bgShp" presStyleIdx="3" presStyleCnt="5"/>
      <dgm:spPr/>
    </dgm:pt>
    <dgm:pt modelId="{2268B858-11C3-4DDC-B284-ED50ECACE740}" type="pres">
      <dgm:prSet presAssocID="{1DA37689-E05E-4F9A-A9B6-3D021722F5B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D212BAD4-7F41-4656-96D6-BC2E9C67BCBF}" type="pres">
      <dgm:prSet presAssocID="{1DA37689-E05E-4F9A-A9B6-3D021722F5B9}" presName="spaceRect" presStyleCnt="0"/>
      <dgm:spPr/>
    </dgm:pt>
    <dgm:pt modelId="{309D2DE5-1BE4-4052-9180-70259FAB88FF}" type="pres">
      <dgm:prSet presAssocID="{1DA37689-E05E-4F9A-A9B6-3D021722F5B9}" presName="textRect" presStyleLbl="revTx" presStyleIdx="3" presStyleCnt="5">
        <dgm:presLayoutVars>
          <dgm:chMax val="1"/>
          <dgm:chPref val="1"/>
        </dgm:presLayoutVars>
      </dgm:prSet>
      <dgm:spPr/>
    </dgm:pt>
    <dgm:pt modelId="{D7DE090B-AECF-446F-A6C5-08D88A1EF143}" type="pres">
      <dgm:prSet presAssocID="{C975E765-558A-4F32-846B-B93BF8E0B5B6}" presName="sibTrans" presStyleLbl="sibTrans2D1" presStyleIdx="0" presStyleCnt="0"/>
      <dgm:spPr/>
    </dgm:pt>
    <dgm:pt modelId="{3E43C2C4-7F99-4B6A-8F1F-94DF1B62AF5E}" type="pres">
      <dgm:prSet presAssocID="{167C3FCF-B934-4A84-96E8-E8505EFC87FE}" presName="compNode" presStyleCnt="0"/>
      <dgm:spPr/>
    </dgm:pt>
    <dgm:pt modelId="{662F3350-7309-4C25-B881-19EB7DA6779C}" type="pres">
      <dgm:prSet presAssocID="{167C3FCF-B934-4A84-96E8-E8505EFC87FE}" presName="iconBgRect" presStyleLbl="bgShp" presStyleIdx="4" presStyleCnt="5"/>
      <dgm:spPr/>
    </dgm:pt>
    <dgm:pt modelId="{3E448F4A-6F02-4BF6-A0A0-165DC245E5CF}" type="pres">
      <dgm:prSet presAssocID="{167C3FCF-B934-4A84-96E8-E8505EFC87F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E8F2DA2-776D-49B3-9E41-2326EF6F01D6}" type="pres">
      <dgm:prSet presAssocID="{167C3FCF-B934-4A84-96E8-E8505EFC87FE}" presName="spaceRect" presStyleCnt="0"/>
      <dgm:spPr/>
    </dgm:pt>
    <dgm:pt modelId="{CE2FD100-3E8C-407A-A4DC-DFA405C99232}" type="pres">
      <dgm:prSet presAssocID="{167C3FCF-B934-4A84-96E8-E8505EFC87F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DC1311B-09DA-4540-9B28-56C481BF39D5}" srcId="{0D3B03EC-D669-454A-A154-F573DD188751}" destId="{2CC43F4C-CF0E-46C6-B150-941250EF451F}" srcOrd="2" destOrd="0" parTransId="{5AF4223F-07DD-4212-AD9C-F39774E67008}" sibTransId="{216D686A-5386-4F7B-B145-FB1823C466D6}"/>
    <dgm:cxn modelId="{3DE57638-324C-4E93-9232-048210CC7455}" srcId="{0D3B03EC-D669-454A-A154-F573DD188751}" destId="{3A2C2A5D-0B5D-436B-872E-DBFD7CE3289B}" srcOrd="0" destOrd="0" parTransId="{DEA78FC4-0BF8-4472-A88C-F6DF12293FE3}" sibTransId="{4997AEEA-5C43-4349-881B-F55D1F289C59}"/>
    <dgm:cxn modelId="{97E09A3C-4DFB-4E9B-B70B-BABD45EBC6B7}" type="presOf" srcId="{4997AEEA-5C43-4349-881B-F55D1F289C59}" destId="{51020F0F-DDA3-40BE-9DA2-96860C52A0A8}" srcOrd="0" destOrd="0" presId="urn:microsoft.com/office/officeart/2018/2/layout/IconCircleList"/>
    <dgm:cxn modelId="{8946464C-DD46-4DBA-AF9C-7B099A655E7A}" type="presOf" srcId="{2CC43F4C-CF0E-46C6-B150-941250EF451F}" destId="{55DAAD57-A224-4694-9CBF-197193A8C14A}" srcOrd="0" destOrd="0" presId="urn:microsoft.com/office/officeart/2018/2/layout/IconCircleList"/>
    <dgm:cxn modelId="{C1FA666F-2022-47EC-84ED-9268B2D0E64A}" srcId="{0D3B03EC-D669-454A-A154-F573DD188751}" destId="{167C3FCF-B934-4A84-96E8-E8505EFC87FE}" srcOrd="4" destOrd="0" parTransId="{2D2DDB75-89E6-4C17-94EC-5031DA4EA150}" sibTransId="{453B3B0E-A819-4332-97C9-1BF024889C41}"/>
    <dgm:cxn modelId="{8F43FB6F-7664-4CC5-801C-079108C64088}" type="presOf" srcId="{167C3FCF-B934-4A84-96E8-E8505EFC87FE}" destId="{CE2FD100-3E8C-407A-A4DC-DFA405C99232}" srcOrd="0" destOrd="0" presId="urn:microsoft.com/office/officeart/2018/2/layout/IconCircleList"/>
    <dgm:cxn modelId="{3FCAA855-3733-4063-AC13-D448CCCE203F}" type="presOf" srcId="{3A2C2A5D-0B5D-436B-872E-DBFD7CE3289B}" destId="{9337707A-5F8E-4465-BED5-6C1A7D9E9D80}" srcOrd="0" destOrd="0" presId="urn:microsoft.com/office/officeart/2018/2/layout/IconCircleList"/>
    <dgm:cxn modelId="{CEF4E582-462B-49B3-928C-524BD787C87A}" type="presOf" srcId="{1DA37689-E05E-4F9A-A9B6-3D021722F5B9}" destId="{309D2DE5-1BE4-4052-9180-70259FAB88FF}" srcOrd="0" destOrd="0" presId="urn:microsoft.com/office/officeart/2018/2/layout/IconCircleList"/>
    <dgm:cxn modelId="{05FD1897-BFD0-460A-8D7D-EFBF7C771255}" type="presOf" srcId="{D387A6F4-7077-41DB-84F3-A7EDD94C4F2E}" destId="{D558F16C-4EBB-4D8E-A108-42AF281D03D9}" srcOrd="0" destOrd="0" presId="urn:microsoft.com/office/officeart/2018/2/layout/IconCircleList"/>
    <dgm:cxn modelId="{8979F4A6-BF95-4D28-9BF8-63BA24A358FC}" type="presOf" srcId="{216D686A-5386-4F7B-B145-FB1823C466D6}" destId="{98496485-6172-4E5B-A8A7-88487B264ED4}" srcOrd="0" destOrd="0" presId="urn:microsoft.com/office/officeart/2018/2/layout/IconCircleList"/>
    <dgm:cxn modelId="{31AF6EAC-274B-413C-8B0C-6788A7B834FF}" srcId="{0D3B03EC-D669-454A-A154-F573DD188751}" destId="{D387A6F4-7077-41DB-84F3-A7EDD94C4F2E}" srcOrd="1" destOrd="0" parTransId="{D4B10629-98E1-405A-9BC3-30EE88EDD78A}" sibTransId="{2D2D8226-5A71-4293-8F84-D6894281F2C3}"/>
    <dgm:cxn modelId="{FE8C59D8-E7FB-4E62-A95E-A4D7482FCA59}" type="presOf" srcId="{C975E765-558A-4F32-846B-B93BF8E0B5B6}" destId="{D7DE090B-AECF-446F-A6C5-08D88A1EF143}" srcOrd="0" destOrd="0" presId="urn:microsoft.com/office/officeart/2018/2/layout/IconCircleList"/>
    <dgm:cxn modelId="{C32F95F6-34EE-4C47-B91B-D21E9054A183}" type="presOf" srcId="{0D3B03EC-D669-454A-A154-F573DD188751}" destId="{66F1A896-B2FE-4042-A590-3AB3920E8E32}" srcOrd="0" destOrd="0" presId="urn:microsoft.com/office/officeart/2018/2/layout/IconCircleList"/>
    <dgm:cxn modelId="{DA489AFA-523D-4E87-947D-EC6463CC7C3B}" srcId="{0D3B03EC-D669-454A-A154-F573DD188751}" destId="{1DA37689-E05E-4F9A-A9B6-3D021722F5B9}" srcOrd="3" destOrd="0" parTransId="{747D764E-4FF2-496B-B4CD-1311C7A002DB}" sibTransId="{C975E765-558A-4F32-846B-B93BF8E0B5B6}"/>
    <dgm:cxn modelId="{123EE5FA-E6B2-432E-92F1-421354A9A2A4}" type="presOf" srcId="{2D2D8226-5A71-4293-8F84-D6894281F2C3}" destId="{0214DF07-40C4-4375-BD01-1A0783DB0A43}" srcOrd="0" destOrd="0" presId="urn:microsoft.com/office/officeart/2018/2/layout/IconCircleList"/>
    <dgm:cxn modelId="{AA83707A-92A2-4B18-9122-6636C6BFC86A}" type="presParOf" srcId="{66F1A896-B2FE-4042-A590-3AB3920E8E32}" destId="{154B9038-56C1-49B3-8616-6AA35950DF4C}" srcOrd="0" destOrd="0" presId="urn:microsoft.com/office/officeart/2018/2/layout/IconCircleList"/>
    <dgm:cxn modelId="{7D8D9AA5-1BF3-4F44-B154-D97C6138A2AB}" type="presParOf" srcId="{154B9038-56C1-49B3-8616-6AA35950DF4C}" destId="{3085FB9F-CF88-4420-997A-E2967C344E93}" srcOrd="0" destOrd="0" presId="urn:microsoft.com/office/officeart/2018/2/layout/IconCircleList"/>
    <dgm:cxn modelId="{6131C167-E800-4C2D-B8A5-21144DFEA696}" type="presParOf" srcId="{3085FB9F-CF88-4420-997A-E2967C344E93}" destId="{9C477952-A451-4020-8024-08F5BF274D80}" srcOrd="0" destOrd="0" presId="urn:microsoft.com/office/officeart/2018/2/layout/IconCircleList"/>
    <dgm:cxn modelId="{7C147F43-BE72-4CC4-ACD2-90270A5277DA}" type="presParOf" srcId="{3085FB9F-CF88-4420-997A-E2967C344E93}" destId="{343B18F5-FE9B-4A19-8804-8FF92927D4EB}" srcOrd="1" destOrd="0" presId="urn:microsoft.com/office/officeart/2018/2/layout/IconCircleList"/>
    <dgm:cxn modelId="{7932921F-0F46-490E-B574-A3477F4B1C11}" type="presParOf" srcId="{3085FB9F-CF88-4420-997A-E2967C344E93}" destId="{A3914C11-A490-4E69-9441-5F6B1B8EAC63}" srcOrd="2" destOrd="0" presId="urn:microsoft.com/office/officeart/2018/2/layout/IconCircleList"/>
    <dgm:cxn modelId="{BB7E57C4-4CCB-4D29-A449-E5C016CA57B1}" type="presParOf" srcId="{3085FB9F-CF88-4420-997A-E2967C344E93}" destId="{9337707A-5F8E-4465-BED5-6C1A7D9E9D80}" srcOrd="3" destOrd="0" presId="urn:microsoft.com/office/officeart/2018/2/layout/IconCircleList"/>
    <dgm:cxn modelId="{BA564EDE-F04B-4EBF-AC49-E5377E793709}" type="presParOf" srcId="{154B9038-56C1-49B3-8616-6AA35950DF4C}" destId="{51020F0F-DDA3-40BE-9DA2-96860C52A0A8}" srcOrd="1" destOrd="0" presId="urn:microsoft.com/office/officeart/2018/2/layout/IconCircleList"/>
    <dgm:cxn modelId="{CAB414A5-8A07-4A79-AF3E-F8FEBF45C8C8}" type="presParOf" srcId="{154B9038-56C1-49B3-8616-6AA35950DF4C}" destId="{4744CD79-FDC9-4363-9172-7E98450CAEE3}" srcOrd="2" destOrd="0" presId="urn:microsoft.com/office/officeart/2018/2/layout/IconCircleList"/>
    <dgm:cxn modelId="{946891C3-C6D4-44DE-BC13-6A609BE5A540}" type="presParOf" srcId="{4744CD79-FDC9-4363-9172-7E98450CAEE3}" destId="{47A40071-37A9-4123-8AE6-1BA5F2E11456}" srcOrd="0" destOrd="0" presId="urn:microsoft.com/office/officeart/2018/2/layout/IconCircleList"/>
    <dgm:cxn modelId="{77B4E791-32A7-46E3-A4FA-F65EF05CA94F}" type="presParOf" srcId="{4744CD79-FDC9-4363-9172-7E98450CAEE3}" destId="{642CC343-B831-4743-BD1C-F336950B88D3}" srcOrd="1" destOrd="0" presId="urn:microsoft.com/office/officeart/2018/2/layout/IconCircleList"/>
    <dgm:cxn modelId="{BBBA7B94-B6D1-4CD1-9DA9-61296A933866}" type="presParOf" srcId="{4744CD79-FDC9-4363-9172-7E98450CAEE3}" destId="{1BB32759-57A2-463B-95D2-92B45B7FFB0A}" srcOrd="2" destOrd="0" presId="urn:microsoft.com/office/officeart/2018/2/layout/IconCircleList"/>
    <dgm:cxn modelId="{37EE99F1-3F7A-48D2-B71F-10C6D3CB4E04}" type="presParOf" srcId="{4744CD79-FDC9-4363-9172-7E98450CAEE3}" destId="{D558F16C-4EBB-4D8E-A108-42AF281D03D9}" srcOrd="3" destOrd="0" presId="urn:microsoft.com/office/officeart/2018/2/layout/IconCircleList"/>
    <dgm:cxn modelId="{5353D284-0DD0-4FAB-8502-68DF6EE75B5E}" type="presParOf" srcId="{154B9038-56C1-49B3-8616-6AA35950DF4C}" destId="{0214DF07-40C4-4375-BD01-1A0783DB0A43}" srcOrd="3" destOrd="0" presId="urn:microsoft.com/office/officeart/2018/2/layout/IconCircleList"/>
    <dgm:cxn modelId="{2D625E6E-CDE5-43E9-9568-02EB2FA52004}" type="presParOf" srcId="{154B9038-56C1-49B3-8616-6AA35950DF4C}" destId="{F325EC62-3266-4EA4-96B0-0D98CC1D3383}" srcOrd="4" destOrd="0" presId="urn:microsoft.com/office/officeart/2018/2/layout/IconCircleList"/>
    <dgm:cxn modelId="{A9325E67-AF49-4F19-B0EA-79F4D7B8A8C2}" type="presParOf" srcId="{F325EC62-3266-4EA4-96B0-0D98CC1D3383}" destId="{B2F25740-8B3F-4F59-89BD-330491CDF600}" srcOrd="0" destOrd="0" presId="urn:microsoft.com/office/officeart/2018/2/layout/IconCircleList"/>
    <dgm:cxn modelId="{3ACCDFCF-88D6-4D1C-83BE-2D4B3759D250}" type="presParOf" srcId="{F325EC62-3266-4EA4-96B0-0D98CC1D3383}" destId="{1A00DC35-464D-4793-B6C8-DAE8E3953C82}" srcOrd="1" destOrd="0" presId="urn:microsoft.com/office/officeart/2018/2/layout/IconCircleList"/>
    <dgm:cxn modelId="{84B5D182-9619-4252-99D9-21D4200409D8}" type="presParOf" srcId="{F325EC62-3266-4EA4-96B0-0D98CC1D3383}" destId="{ED0397FF-2038-4CA3-A094-469ECB642849}" srcOrd="2" destOrd="0" presId="urn:microsoft.com/office/officeart/2018/2/layout/IconCircleList"/>
    <dgm:cxn modelId="{83CF5DDC-A494-4E1F-B025-7C3050842562}" type="presParOf" srcId="{F325EC62-3266-4EA4-96B0-0D98CC1D3383}" destId="{55DAAD57-A224-4694-9CBF-197193A8C14A}" srcOrd="3" destOrd="0" presId="urn:microsoft.com/office/officeart/2018/2/layout/IconCircleList"/>
    <dgm:cxn modelId="{4CB49324-0785-4111-8EE9-78789B321126}" type="presParOf" srcId="{154B9038-56C1-49B3-8616-6AA35950DF4C}" destId="{98496485-6172-4E5B-A8A7-88487B264ED4}" srcOrd="5" destOrd="0" presId="urn:microsoft.com/office/officeart/2018/2/layout/IconCircleList"/>
    <dgm:cxn modelId="{08C99BD5-33BA-4107-AD3A-83EDC44CB7B4}" type="presParOf" srcId="{154B9038-56C1-49B3-8616-6AA35950DF4C}" destId="{CC3A24C0-0368-4C4F-9CEE-B8F5C9322E2A}" srcOrd="6" destOrd="0" presId="urn:microsoft.com/office/officeart/2018/2/layout/IconCircleList"/>
    <dgm:cxn modelId="{076951A8-0659-4141-8C14-E6A2DE501974}" type="presParOf" srcId="{CC3A24C0-0368-4C4F-9CEE-B8F5C9322E2A}" destId="{2BCDCC34-4B17-411B-9417-1D4E6CE7C846}" srcOrd="0" destOrd="0" presId="urn:microsoft.com/office/officeart/2018/2/layout/IconCircleList"/>
    <dgm:cxn modelId="{C17D9509-BE09-4266-8A58-09BC95ACCB84}" type="presParOf" srcId="{CC3A24C0-0368-4C4F-9CEE-B8F5C9322E2A}" destId="{2268B858-11C3-4DDC-B284-ED50ECACE740}" srcOrd="1" destOrd="0" presId="urn:microsoft.com/office/officeart/2018/2/layout/IconCircleList"/>
    <dgm:cxn modelId="{D49E2FEF-6B23-4D67-86DE-2B8032B50005}" type="presParOf" srcId="{CC3A24C0-0368-4C4F-9CEE-B8F5C9322E2A}" destId="{D212BAD4-7F41-4656-96D6-BC2E9C67BCBF}" srcOrd="2" destOrd="0" presId="urn:microsoft.com/office/officeart/2018/2/layout/IconCircleList"/>
    <dgm:cxn modelId="{F33BF361-3E7C-4123-8927-21BEE687F09E}" type="presParOf" srcId="{CC3A24C0-0368-4C4F-9CEE-B8F5C9322E2A}" destId="{309D2DE5-1BE4-4052-9180-70259FAB88FF}" srcOrd="3" destOrd="0" presId="urn:microsoft.com/office/officeart/2018/2/layout/IconCircleList"/>
    <dgm:cxn modelId="{76077615-9E3E-4064-A6E2-6263F0EC9685}" type="presParOf" srcId="{154B9038-56C1-49B3-8616-6AA35950DF4C}" destId="{D7DE090B-AECF-446F-A6C5-08D88A1EF143}" srcOrd="7" destOrd="0" presId="urn:microsoft.com/office/officeart/2018/2/layout/IconCircleList"/>
    <dgm:cxn modelId="{B8D4C9B4-EC1D-4E9C-A874-667769D1AEF9}" type="presParOf" srcId="{154B9038-56C1-49B3-8616-6AA35950DF4C}" destId="{3E43C2C4-7F99-4B6A-8F1F-94DF1B62AF5E}" srcOrd="8" destOrd="0" presId="urn:microsoft.com/office/officeart/2018/2/layout/IconCircleList"/>
    <dgm:cxn modelId="{F4DE1B4E-4031-4565-8BD4-44CD758FF753}" type="presParOf" srcId="{3E43C2C4-7F99-4B6A-8F1F-94DF1B62AF5E}" destId="{662F3350-7309-4C25-B881-19EB7DA6779C}" srcOrd="0" destOrd="0" presId="urn:microsoft.com/office/officeart/2018/2/layout/IconCircleList"/>
    <dgm:cxn modelId="{C1950631-5BB2-4DA4-87DF-6E91426895A0}" type="presParOf" srcId="{3E43C2C4-7F99-4B6A-8F1F-94DF1B62AF5E}" destId="{3E448F4A-6F02-4BF6-A0A0-165DC245E5CF}" srcOrd="1" destOrd="0" presId="urn:microsoft.com/office/officeart/2018/2/layout/IconCircleList"/>
    <dgm:cxn modelId="{3FB64AF1-6684-4F80-A4B9-1D2C5EF8BBC5}" type="presParOf" srcId="{3E43C2C4-7F99-4B6A-8F1F-94DF1B62AF5E}" destId="{2E8F2DA2-776D-49B3-9E41-2326EF6F01D6}" srcOrd="2" destOrd="0" presId="urn:microsoft.com/office/officeart/2018/2/layout/IconCircleList"/>
    <dgm:cxn modelId="{0A7FD891-0C73-411A-8467-89B2DB775EFE}" type="presParOf" srcId="{3E43C2C4-7F99-4B6A-8F1F-94DF1B62AF5E}" destId="{CE2FD100-3E8C-407A-A4DC-DFA405C9923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D9581DC-2876-4D59-A5A2-DA50AB2DCBF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775E21-52CE-4839-B462-A6FC918AFE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AI-powered swing analysis &amp; gesture recognition</a:t>
          </a:r>
        </a:p>
      </dgm:t>
    </dgm:pt>
    <dgm:pt modelId="{9BD8B7D4-6694-420E-BB21-B98C548306BF}" type="parTrans" cxnId="{44C4E3A9-6368-47C7-98C9-83BF43A878DF}">
      <dgm:prSet/>
      <dgm:spPr/>
      <dgm:t>
        <a:bodyPr/>
        <a:lstStyle/>
        <a:p>
          <a:endParaRPr lang="en-US"/>
        </a:p>
      </dgm:t>
    </dgm:pt>
    <dgm:pt modelId="{452517D8-C1CF-473C-9522-BB7F45B8BBEE}" type="sibTrans" cxnId="{44C4E3A9-6368-47C7-98C9-83BF43A878DF}">
      <dgm:prSet/>
      <dgm:spPr/>
      <dgm:t>
        <a:bodyPr/>
        <a:lstStyle/>
        <a:p>
          <a:endParaRPr lang="en-US"/>
        </a:p>
      </dgm:t>
    </dgm:pt>
    <dgm:pt modelId="{CB1BCA5F-3333-458B-A82B-7DB73CAD71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Multi-camera recordings with side-by-side comparisons</a:t>
          </a:r>
        </a:p>
      </dgm:t>
    </dgm:pt>
    <dgm:pt modelId="{680B3B0E-F3CC-43B3-81EF-2E08AD7E8567}" type="parTrans" cxnId="{BD94C7C4-5C8B-4F88-85CA-9A5AFB5971D9}">
      <dgm:prSet/>
      <dgm:spPr/>
      <dgm:t>
        <a:bodyPr/>
        <a:lstStyle/>
        <a:p>
          <a:endParaRPr lang="en-US"/>
        </a:p>
      </dgm:t>
    </dgm:pt>
    <dgm:pt modelId="{93B2BCFF-B757-43DF-B94F-B6F46CA4C6DD}" type="sibTrans" cxnId="{BD94C7C4-5C8B-4F88-85CA-9A5AFB5971D9}">
      <dgm:prSet/>
      <dgm:spPr/>
      <dgm:t>
        <a:bodyPr/>
        <a:lstStyle/>
        <a:p>
          <a:endParaRPr lang="en-US"/>
        </a:p>
      </dgm:t>
    </dgm:pt>
    <dgm:pt modelId="{ED53D323-6CC2-4218-89B9-8EBFA6B9BD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Secure backend with subscription management &amp; cloud sync</a:t>
          </a:r>
        </a:p>
      </dgm:t>
    </dgm:pt>
    <dgm:pt modelId="{51AA4391-5FAE-44DC-8638-53AB51C7C7FA}" type="parTrans" cxnId="{EF782926-E928-4E4C-AC47-644CD25EC2BD}">
      <dgm:prSet/>
      <dgm:spPr/>
      <dgm:t>
        <a:bodyPr/>
        <a:lstStyle/>
        <a:p>
          <a:endParaRPr lang="en-US"/>
        </a:p>
      </dgm:t>
    </dgm:pt>
    <dgm:pt modelId="{B1141468-3AC3-4293-A813-033C45DDE20A}" type="sibTrans" cxnId="{EF782926-E928-4E4C-AC47-644CD25EC2BD}">
      <dgm:prSet/>
      <dgm:spPr/>
      <dgm:t>
        <a:bodyPr/>
        <a:lstStyle/>
        <a:p>
          <a:endParaRPr lang="en-US"/>
        </a:p>
      </dgm:t>
    </dgm:pt>
    <dgm:pt modelId="{4796C65E-D105-42A1-9A5B-FF17B16279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Seamless, low-latency device pairing &amp; video streaming</a:t>
          </a:r>
        </a:p>
      </dgm:t>
    </dgm:pt>
    <dgm:pt modelId="{7EFFD307-EFD4-4795-BD10-79C16BF93D3C}" type="parTrans" cxnId="{921C831F-7074-47E1-9F52-7924EFBD1289}">
      <dgm:prSet/>
      <dgm:spPr/>
      <dgm:t>
        <a:bodyPr/>
        <a:lstStyle/>
        <a:p>
          <a:endParaRPr lang="en-US"/>
        </a:p>
      </dgm:t>
    </dgm:pt>
    <dgm:pt modelId="{908D98DF-B8EC-43F6-8F69-03DE96CC96EF}" type="sibTrans" cxnId="{921C831F-7074-47E1-9F52-7924EFBD1289}">
      <dgm:prSet/>
      <dgm:spPr/>
      <dgm:t>
        <a:bodyPr/>
        <a:lstStyle/>
        <a:p>
          <a:endParaRPr lang="en-US"/>
        </a:p>
      </dgm:t>
    </dgm:pt>
    <dgm:pt modelId="{D0344B4A-ED37-4D9E-96E4-5290E81AF3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Modern, user-friendly interface</a:t>
          </a:r>
        </a:p>
      </dgm:t>
    </dgm:pt>
    <dgm:pt modelId="{D8AAFD1A-23EF-4E10-83E6-25765F6B8B47}" type="parTrans" cxnId="{314FD060-FBCF-4529-BD46-2968153BB1E2}">
      <dgm:prSet/>
      <dgm:spPr/>
      <dgm:t>
        <a:bodyPr/>
        <a:lstStyle/>
        <a:p>
          <a:endParaRPr lang="en-US"/>
        </a:p>
      </dgm:t>
    </dgm:pt>
    <dgm:pt modelId="{18BA359A-4AB8-49ED-9C3E-E5BBA21BA9A7}" type="sibTrans" cxnId="{314FD060-FBCF-4529-BD46-2968153BB1E2}">
      <dgm:prSet/>
      <dgm:spPr/>
      <dgm:t>
        <a:bodyPr/>
        <a:lstStyle/>
        <a:p>
          <a:endParaRPr lang="en-US"/>
        </a:p>
      </dgm:t>
    </dgm:pt>
    <dgm:pt modelId="{7A460421-D9B1-4437-B6D5-5E07DC9ACEDB}" type="pres">
      <dgm:prSet presAssocID="{4D9581DC-2876-4D59-A5A2-DA50AB2DCBF6}" presName="root" presStyleCnt="0">
        <dgm:presLayoutVars>
          <dgm:dir/>
          <dgm:resizeHandles val="exact"/>
        </dgm:presLayoutVars>
      </dgm:prSet>
      <dgm:spPr/>
    </dgm:pt>
    <dgm:pt modelId="{2203FEDE-E0EE-4035-87D9-74C2C7AADA84}" type="pres">
      <dgm:prSet presAssocID="{4C775E21-52CE-4839-B462-A6FC918AFE03}" presName="compNode" presStyleCnt="0"/>
      <dgm:spPr/>
    </dgm:pt>
    <dgm:pt modelId="{F2DAA9DC-1A98-4BE2-8C14-71C7336A148B}" type="pres">
      <dgm:prSet presAssocID="{4C775E21-52CE-4839-B462-A6FC918AFE03}" presName="bgRect" presStyleLbl="bgShp" presStyleIdx="0" presStyleCnt="5"/>
      <dgm:spPr/>
    </dgm:pt>
    <dgm:pt modelId="{1FB9E7C6-B3E7-4DAA-A243-455377D8092D}" type="pres">
      <dgm:prSet presAssocID="{4C775E21-52CE-4839-B462-A6FC918AFE0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olf"/>
        </a:ext>
      </dgm:extLst>
    </dgm:pt>
    <dgm:pt modelId="{7D23F266-0506-4EE0-A99E-E2DF1A1AA6B1}" type="pres">
      <dgm:prSet presAssocID="{4C775E21-52CE-4839-B462-A6FC918AFE03}" presName="spaceRect" presStyleCnt="0"/>
      <dgm:spPr/>
    </dgm:pt>
    <dgm:pt modelId="{C4F944E4-3701-4DD3-8C8A-408D14E4A324}" type="pres">
      <dgm:prSet presAssocID="{4C775E21-52CE-4839-B462-A6FC918AFE03}" presName="parTx" presStyleLbl="revTx" presStyleIdx="0" presStyleCnt="5">
        <dgm:presLayoutVars>
          <dgm:chMax val="0"/>
          <dgm:chPref val="0"/>
        </dgm:presLayoutVars>
      </dgm:prSet>
      <dgm:spPr/>
    </dgm:pt>
    <dgm:pt modelId="{43EDD5C5-AFFC-4272-82CC-6536A59426FD}" type="pres">
      <dgm:prSet presAssocID="{452517D8-C1CF-473C-9522-BB7F45B8BBEE}" presName="sibTrans" presStyleCnt="0"/>
      <dgm:spPr/>
    </dgm:pt>
    <dgm:pt modelId="{0FFEB9F6-3A63-43DD-97F1-FC2939FBD5B8}" type="pres">
      <dgm:prSet presAssocID="{CB1BCA5F-3333-458B-A82B-7DB73CAD716D}" presName="compNode" presStyleCnt="0"/>
      <dgm:spPr/>
    </dgm:pt>
    <dgm:pt modelId="{10445D3B-9812-4A25-B67F-4CA9951ACD43}" type="pres">
      <dgm:prSet presAssocID="{CB1BCA5F-3333-458B-A82B-7DB73CAD716D}" presName="bgRect" presStyleLbl="bgShp" presStyleIdx="1" presStyleCnt="5"/>
      <dgm:spPr/>
    </dgm:pt>
    <dgm:pt modelId="{5124ABAA-9693-4B21-A12D-5A0F5ABF1F0D}" type="pres">
      <dgm:prSet presAssocID="{CB1BCA5F-3333-458B-A82B-7DB73CAD716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C182C127-A966-4724-B21C-9CA54E7FCC75}" type="pres">
      <dgm:prSet presAssocID="{CB1BCA5F-3333-458B-A82B-7DB73CAD716D}" presName="spaceRect" presStyleCnt="0"/>
      <dgm:spPr/>
    </dgm:pt>
    <dgm:pt modelId="{52E17F43-D50A-40E1-B2CE-F305D810CFBE}" type="pres">
      <dgm:prSet presAssocID="{CB1BCA5F-3333-458B-A82B-7DB73CAD716D}" presName="parTx" presStyleLbl="revTx" presStyleIdx="1" presStyleCnt="5">
        <dgm:presLayoutVars>
          <dgm:chMax val="0"/>
          <dgm:chPref val="0"/>
        </dgm:presLayoutVars>
      </dgm:prSet>
      <dgm:spPr/>
    </dgm:pt>
    <dgm:pt modelId="{1978CE5C-854D-40A5-BF7A-82DE5D6D3371}" type="pres">
      <dgm:prSet presAssocID="{93B2BCFF-B757-43DF-B94F-B6F46CA4C6DD}" presName="sibTrans" presStyleCnt="0"/>
      <dgm:spPr/>
    </dgm:pt>
    <dgm:pt modelId="{BFEDA4AF-8AEA-4C02-87D7-1F9C39B6CD1E}" type="pres">
      <dgm:prSet presAssocID="{ED53D323-6CC2-4218-89B9-8EBFA6B9BD27}" presName="compNode" presStyleCnt="0"/>
      <dgm:spPr/>
    </dgm:pt>
    <dgm:pt modelId="{2B18E1A3-4010-419D-A1D3-BF1969BFD3FB}" type="pres">
      <dgm:prSet presAssocID="{ED53D323-6CC2-4218-89B9-8EBFA6B9BD27}" presName="bgRect" presStyleLbl="bgShp" presStyleIdx="2" presStyleCnt="5"/>
      <dgm:spPr/>
    </dgm:pt>
    <dgm:pt modelId="{6A2E821C-3FB2-41BA-9974-B0931F594622}" type="pres">
      <dgm:prSet presAssocID="{ED53D323-6CC2-4218-89B9-8EBFA6B9BD2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9B6BF02-BC8A-4DFF-A456-C2C3E761DA5E}" type="pres">
      <dgm:prSet presAssocID="{ED53D323-6CC2-4218-89B9-8EBFA6B9BD27}" presName="spaceRect" presStyleCnt="0"/>
      <dgm:spPr/>
    </dgm:pt>
    <dgm:pt modelId="{97378954-D1A6-4F25-B433-85C323265106}" type="pres">
      <dgm:prSet presAssocID="{ED53D323-6CC2-4218-89B9-8EBFA6B9BD27}" presName="parTx" presStyleLbl="revTx" presStyleIdx="2" presStyleCnt="5">
        <dgm:presLayoutVars>
          <dgm:chMax val="0"/>
          <dgm:chPref val="0"/>
        </dgm:presLayoutVars>
      </dgm:prSet>
      <dgm:spPr/>
    </dgm:pt>
    <dgm:pt modelId="{6495FAF9-472A-4884-AEB9-8AC650743413}" type="pres">
      <dgm:prSet presAssocID="{B1141468-3AC3-4293-A813-033C45DDE20A}" presName="sibTrans" presStyleCnt="0"/>
      <dgm:spPr/>
    </dgm:pt>
    <dgm:pt modelId="{57FB0734-E8CB-49FA-B2E8-1A8AEDD708B2}" type="pres">
      <dgm:prSet presAssocID="{4796C65E-D105-42A1-9A5B-FF17B162799B}" presName="compNode" presStyleCnt="0"/>
      <dgm:spPr/>
    </dgm:pt>
    <dgm:pt modelId="{16E03CA0-5D40-4BE4-B68F-18AA753FAA9E}" type="pres">
      <dgm:prSet presAssocID="{4796C65E-D105-42A1-9A5B-FF17B162799B}" presName="bgRect" presStyleLbl="bgShp" presStyleIdx="3" presStyleCnt="5"/>
      <dgm:spPr/>
    </dgm:pt>
    <dgm:pt modelId="{2166992D-370E-4A1D-AD19-49D699A8CAA4}" type="pres">
      <dgm:prSet presAssocID="{4796C65E-D105-42A1-9A5B-FF17B162799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99FDC116-2614-4804-926B-1D585A2F769E}" type="pres">
      <dgm:prSet presAssocID="{4796C65E-D105-42A1-9A5B-FF17B162799B}" presName="spaceRect" presStyleCnt="0"/>
      <dgm:spPr/>
    </dgm:pt>
    <dgm:pt modelId="{745636DA-DA77-4629-A003-23E765D2ECA7}" type="pres">
      <dgm:prSet presAssocID="{4796C65E-D105-42A1-9A5B-FF17B162799B}" presName="parTx" presStyleLbl="revTx" presStyleIdx="3" presStyleCnt="5">
        <dgm:presLayoutVars>
          <dgm:chMax val="0"/>
          <dgm:chPref val="0"/>
        </dgm:presLayoutVars>
      </dgm:prSet>
      <dgm:spPr/>
    </dgm:pt>
    <dgm:pt modelId="{7B87E78F-A1A9-4FBD-A3DF-0B33CFC2BB47}" type="pres">
      <dgm:prSet presAssocID="{908D98DF-B8EC-43F6-8F69-03DE96CC96EF}" presName="sibTrans" presStyleCnt="0"/>
      <dgm:spPr/>
    </dgm:pt>
    <dgm:pt modelId="{73BBE597-5678-4C5C-BDE3-1C99F0BE81C0}" type="pres">
      <dgm:prSet presAssocID="{D0344B4A-ED37-4D9E-96E4-5290E81AF329}" presName="compNode" presStyleCnt="0"/>
      <dgm:spPr/>
    </dgm:pt>
    <dgm:pt modelId="{74E7B71C-3FC4-41A2-B2F4-B7CE84588144}" type="pres">
      <dgm:prSet presAssocID="{D0344B4A-ED37-4D9E-96E4-5290E81AF329}" presName="bgRect" presStyleLbl="bgShp" presStyleIdx="4" presStyleCnt="5"/>
      <dgm:spPr/>
    </dgm:pt>
    <dgm:pt modelId="{77A21E66-E3AE-4E0F-B9F2-211BE7EBC6EA}" type="pres">
      <dgm:prSet presAssocID="{D0344B4A-ED37-4D9E-96E4-5290E81AF32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AB9F2A6-32B4-4C67-915B-E40C4EC39430}" type="pres">
      <dgm:prSet presAssocID="{D0344B4A-ED37-4D9E-96E4-5290E81AF329}" presName="spaceRect" presStyleCnt="0"/>
      <dgm:spPr/>
    </dgm:pt>
    <dgm:pt modelId="{AAFA3E65-609C-47AB-9619-2D1973167751}" type="pres">
      <dgm:prSet presAssocID="{D0344B4A-ED37-4D9E-96E4-5290E81AF32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6BB6202-8D63-4033-83A0-5F6AEC1E215A}" type="presOf" srcId="{4796C65E-D105-42A1-9A5B-FF17B162799B}" destId="{745636DA-DA77-4629-A003-23E765D2ECA7}" srcOrd="0" destOrd="0" presId="urn:microsoft.com/office/officeart/2018/2/layout/IconVerticalSolidList"/>
    <dgm:cxn modelId="{921C831F-7074-47E1-9F52-7924EFBD1289}" srcId="{4D9581DC-2876-4D59-A5A2-DA50AB2DCBF6}" destId="{4796C65E-D105-42A1-9A5B-FF17B162799B}" srcOrd="3" destOrd="0" parTransId="{7EFFD307-EFD4-4795-BD10-79C16BF93D3C}" sibTransId="{908D98DF-B8EC-43F6-8F69-03DE96CC96EF}"/>
    <dgm:cxn modelId="{29001222-FAF5-4EDC-A13B-07C89A139A44}" type="presOf" srcId="{ED53D323-6CC2-4218-89B9-8EBFA6B9BD27}" destId="{97378954-D1A6-4F25-B433-85C323265106}" srcOrd="0" destOrd="0" presId="urn:microsoft.com/office/officeart/2018/2/layout/IconVerticalSolidList"/>
    <dgm:cxn modelId="{EF782926-E928-4E4C-AC47-644CD25EC2BD}" srcId="{4D9581DC-2876-4D59-A5A2-DA50AB2DCBF6}" destId="{ED53D323-6CC2-4218-89B9-8EBFA6B9BD27}" srcOrd="2" destOrd="0" parTransId="{51AA4391-5FAE-44DC-8638-53AB51C7C7FA}" sibTransId="{B1141468-3AC3-4293-A813-033C45DDE20A}"/>
    <dgm:cxn modelId="{314FD060-FBCF-4529-BD46-2968153BB1E2}" srcId="{4D9581DC-2876-4D59-A5A2-DA50AB2DCBF6}" destId="{D0344B4A-ED37-4D9E-96E4-5290E81AF329}" srcOrd="4" destOrd="0" parTransId="{D8AAFD1A-23EF-4E10-83E6-25765F6B8B47}" sibTransId="{18BA359A-4AB8-49ED-9C3E-E5BBA21BA9A7}"/>
    <dgm:cxn modelId="{12BF4064-3A6E-49FC-B8EC-7EFD55E9B8F6}" type="presOf" srcId="{4D9581DC-2876-4D59-A5A2-DA50AB2DCBF6}" destId="{7A460421-D9B1-4437-B6D5-5E07DC9ACEDB}" srcOrd="0" destOrd="0" presId="urn:microsoft.com/office/officeart/2018/2/layout/IconVerticalSolidList"/>
    <dgm:cxn modelId="{44C4E3A9-6368-47C7-98C9-83BF43A878DF}" srcId="{4D9581DC-2876-4D59-A5A2-DA50AB2DCBF6}" destId="{4C775E21-52CE-4839-B462-A6FC918AFE03}" srcOrd="0" destOrd="0" parTransId="{9BD8B7D4-6694-420E-BB21-B98C548306BF}" sibTransId="{452517D8-C1CF-473C-9522-BB7F45B8BBEE}"/>
    <dgm:cxn modelId="{BD94C7C4-5C8B-4F88-85CA-9A5AFB5971D9}" srcId="{4D9581DC-2876-4D59-A5A2-DA50AB2DCBF6}" destId="{CB1BCA5F-3333-458B-A82B-7DB73CAD716D}" srcOrd="1" destOrd="0" parTransId="{680B3B0E-F3CC-43B3-81EF-2E08AD7E8567}" sibTransId="{93B2BCFF-B757-43DF-B94F-B6F46CA4C6DD}"/>
    <dgm:cxn modelId="{29BF06D1-7AB2-482B-81A6-DB4475933652}" type="presOf" srcId="{4C775E21-52CE-4839-B462-A6FC918AFE03}" destId="{C4F944E4-3701-4DD3-8C8A-408D14E4A324}" srcOrd="0" destOrd="0" presId="urn:microsoft.com/office/officeart/2018/2/layout/IconVerticalSolidList"/>
    <dgm:cxn modelId="{7B91CDD6-522C-436F-8869-AF61F065AF09}" type="presOf" srcId="{D0344B4A-ED37-4D9E-96E4-5290E81AF329}" destId="{AAFA3E65-609C-47AB-9619-2D1973167751}" srcOrd="0" destOrd="0" presId="urn:microsoft.com/office/officeart/2018/2/layout/IconVerticalSolidList"/>
    <dgm:cxn modelId="{688324DE-B3B4-4A27-AD35-B6520DB724BE}" type="presOf" srcId="{CB1BCA5F-3333-458B-A82B-7DB73CAD716D}" destId="{52E17F43-D50A-40E1-B2CE-F305D810CFBE}" srcOrd="0" destOrd="0" presId="urn:microsoft.com/office/officeart/2018/2/layout/IconVerticalSolidList"/>
    <dgm:cxn modelId="{033C3A19-5AD7-4C4E-8372-5F859B805427}" type="presParOf" srcId="{7A460421-D9B1-4437-B6D5-5E07DC9ACEDB}" destId="{2203FEDE-E0EE-4035-87D9-74C2C7AADA84}" srcOrd="0" destOrd="0" presId="urn:microsoft.com/office/officeart/2018/2/layout/IconVerticalSolidList"/>
    <dgm:cxn modelId="{5AC18C21-F637-41F8-B4D3-E563F989C7CF}" type="presParOf" srcId="{2203FEDE-E0EE-4035-87D9-74C2C7AADA84}" destId="{F2DAA9DC-1A98-4BE2-8C14-71C7336A148B}" srcOrd="0" destOrd="0" presId="urn:microsoft.com/office/officeart/2018/2/layout/IconVerticalSolidList"/>
    <dgm:cxn modelId="{0E6FF11F-FAAE-4567-BB65-1A02269399F6}" type="presParOf" srcId="{2203FEDE-E0EE-4035-87D9-74C2C7AADA84}" destId="{1FB9E7C6-B3E7-4DAA-A243-455377D8092D}" srcOrd="1" destOrd="0" presId="urn:microsoft.com/office/officeart/2018/2/layout/IconVerticalSolidList"/>
    <dgm:cxn modelId="{F827EED7-9F7D-4715-BECC-AA8F4B76147E}" type="presParOf" srcId="{2203FEDE-E0EE-4035-87D9-74C2C7AADA84}" destId="{7D23F266-0506-4EE0-A99E-E2DF1A1AA6B1}" srcOrd="2" destOrd="0" presId="urn:microsoft.com/office/officeart/2018/2/layout/IconVerticalSolidList"/>
    <dgm:cxn modelId="{B5142EB2-0A7B-496E-AE27-12F21FAB6768}" type="presParOf" srcId="{2203FEDE-E0EE-4035-87D9-74C2C7AADA84}" destId="{C4F944E4-3701-4DD3-8C8A-408D14E4A324}" srcOrd="3" destOrd="0" presId="urn:microsoft.com/office/officeart/2018/2/layout/IconVerticalSolidList"/>
    <dgm:cxn modelId="{9BCD5F06-40D4-4A36-A245-E04A6589D993}" type="presParOf" srcId="{7A460421-D9B1-4437-B6D5-5E07DC9ACEDB}" destId="{43EDD5C5-AFFC-4272-82CC-6536A59426FD}" srcOrd="1" destOrd="0" presId="urn:microsoft.com/office/officeart/2018/2/layout/IconVerticalSolidList"/>
    <dgm:cxn modelId="{D8283DA4-AA94-4303-B5DD-1FE657C2F172}" type="presParOf" srcId="{7A460421-D9B1-4437-B6D5-5E07DC9ACEDB}" destId="{0FFEB9F6-3A63-43DD-97F1-FC2939FBD5B8}" srcOrd="2" destOrd="0" presId="urn:microsoft.com/office/officeart/2018/2/layout/IconVerticalSolidList"/>
    <dgm:cxn modelId="{41093D2E-8863-4054-A2B2-A3A7875B8FBC}" type="presParOf" srcId="{0FFEB9F6-3A63-43DD-97F1-FC2939FBD5B8}" destId="{10445D3B-9812-4A25-B67F-4CA9951ACD43}" srcOrd="0" destOrd="0" presId="urn:microsoft.com/office/officeart/2018/2/layout/IconVerticalSolidList"/>
    <dgm:cxn modelId="{06C97041-D842-4F2E-A826-817B582D6014}" type="presParOf" srcId="{0FFEB9F6-3A63-43DD-97F1-FC2939FBD5B8}" destId="{5124ABAA-9693-4B21-A12D-5A0F5ABF1F0D}" srcOrd="1" destOrd="0" presId="urn:microsoft.com/office/officeart/2018/2/layout/IconVerticalSolidList"/>
    <dgm:cxn modelId="{5C4D2FAF-EDC0-4DCD-A9FF-6E63EAD7212B}" type="presParOf" srcId="{0FFEB9F6-3A63-43DD-97F1-FC2939FBD5B8}" destId="{C182C127-A966-4724-B21C-9CA54E7FCC75}" srcOrd="2" destOrd="0" presId="urn:microsoft.com/office/officeart/2018/2/layout/IconVerticalSolidList"/>
    <dgm:cxn modelId="{1DFB50E0-F761-4F10-842A-F5FA430FEB77}" type="presParOf" srcId="{0FFEB9F6-3A63-43DD-97F1-FC2939FBD5B8}" destId="{52E17F43-D50A-40E1-B2CE-F305D810CFBE}" srcOrd="3" destOrd="0" presId="urn:microsoft.com/office/officeart/2018/2/layout/IconVerticalSolidList"/>
    <dgm:cxn modelId="{9471A5C9-B1D7-4021-8DB4-A55977F64852}" type="presParOf" srcId="{7A460421-D9B1-4437-B6D5-5E07DC9ACEDB}" destId="{1978CE5C-854D-40A5-BF7A-82DE5D6D3371}" srcOrd="3" destOrd="0" presId="urn:microsoft.com/office/officeart/2018/2/layout/IconVerticalSolidList"/>
    <dgm:cxn modelId="{C947E1CC-19D1-4184-AC1D-3C996E5DFAF8}" type="presParOf" srcId="{7A460421-D9B1-4437-B6D5-5E07DC9ACEDB}" destId="{BFEDA4AF-8AEA-4C02-87D7-1F9C39B6CD1E}" srcOrd="4" destOrd="0" presId="urn:microsoft.com/office/officeart/2018/2/layout/IconVerticalSolidList"/>
    <dgm:cxn modelId="{A65080F5-14A1-43B7-AE51-E5BF68799106}" type="presParOf" srcId="{BFEDA4AF-8AEA-4C02-87D7-1F9C39B6CD1E}" destId="{2B18E1A3-4010-419D-A1D3-BF1969BFD3FB}" srcOrd="0" destOrd="0" presId="urn:microsoft.com/office/officeart/2018/2/layout/IconVerticalSolidList"/>
    <dgm:cxn modelId="{46CE442B-8142-4804-8FF9-10F661BCD3C9}" type="presParOf" srcId="{BFEDA4AF-8AEA-4C02-87D7-1F9C39B6CD1E}" destId="{6A2E821C-3FB2-41BA-9974-B0931F594622}" srcOrd="1" destOrd="0" presId="urn:microsoft.com/office/officeart/2018/2/layout/IconVerticalSolidList"/>
    <dgm:cxn modelId="{6FDB4638-AC3E-447C-B6F6-44C61394D231}" type="presParOf" srcId="{BFEDA4AF-8AEA-4C02-87D7-1F9C39B6CD1E}" destId="{89B6BF02-BC8A-4DFF-A456-C2C3E761DA5E}" srcOrd="2" destOrd="0" presId="urn:microsoft.com/office/officeart/2018/2/layout/IconVerticalSolidList"/>
    <dgm:cxn modelId="{7F70B034-D035-49A5-96E2-472128C64F82}" type="presParOf" srcId="{BFEDA4AF-8AEA-4C02-87D7-1F9C39B6CD1E}" destId="{97378954-D1A6-4F25-B433-85C323265106}" srcOrd="3" destOrd="0" presId="urn:microsoft.com/office/officeart/2018/2/layout/IconVerticalSolidList"/>
    <dgm:cxn modelId="{ADE23814-54D8-4BA2-9F48-DDB9B686F185}" type="presParOf" srcId="{7A460421-D9B1-4437-B6D5-5E07DC9ACEDB}" destId="{6495FAF9-472A-4884-AEB9-8AC650743413}" srcOrd="5" destOrd="0" presId="urn:microsoft.com/office/officeart/2018/2/layout/IconVerticalSolidList"/>
    <dgm:cxn modelId="{FCE22707-41B1-4EAE-97AC-2D17ACD153FB}" type="presParOf" srcId="{7A460421-D9B1-4437-B6D5-5E07DC9ACEDB}" destId="{57FB0734-E8CB-49FA-B2E8-1A8AEDD708B2}" srcOrd="6" destOrd="0" presId="urn:microsoft.com/office/officeart/2018/2/layout/IconVerticalSolidList"/>
    <dgm:cxn modelId="{9AF3B1BA-E679-4B19-B988-9BB66978537A}" type="presParOf" srcId="{57FB0734-E8CB-49FA-B2E8-1A8AEDD708B2}" destId="{16E03CA0-5D40-4BE4-B68F-18AA753FAA9E}" srcOrd="0" destOrd="0" presId="urn:microsoft.com/office/officeart/2018/2/layout/IconVerticalSolidList"/>
    <dgm:cxn modelId="{BFBD20C8-B412-4EE0-B2AC-8FE318C68F8B}" type="presParOf" srcId="{57FB0734-E8CB-49FA-B2E8-1A8AEDD708B2}" destId="{2166992D-370E-4A1D-AD19-49D699A8CAA4}" srcOrd="1" destOrd="0" presId="urn:microsoft.com/office/officeart/2018/2/layout/IconVerticalSolidList"/>
    <dgm:cxn modelId="{42BF6EB9-493F-4E38-BA53-C2C399DE4201}" type="presParOf" srcId="{57FB0734-E8CB-49FA-B2E8-1A8AEDD708B2}" destId="{99FDC116-2614-4804-926B-1D585A2F769E}" srcOrd="2" destOrd="0" presId="urn:microsoft.com/office/officeart/2018/2/layout/IconVerticalSolidList"/>
    <dgm:cxn modelId="{36F48822-956E-4EAA-8A71-CF95129123D4}" type="presParOf" srcId="{57FB0734-E8CB-49FA-B2E8-1A8AEDD708B2}" destId="{745636DA-DA77-4629-A003-23E765D2ECA7}" srcOrd="3" destOrd="0" presId="urn:microsoft.com/office/officeart/2018/2/layout/IconVerticalSolidList"/>
    <dgm:cxn modelId="{DFF012A7-6A72-4ADA-9AE9-EECDBD58613C}" type="presParOf" srcId="{7A460421-D9B1-4437-B6D5-5E07DC9ACEDB}" destId="{7B87E78F-A1A9-4FBD-A3DF-0B33CFC2BB47}" srcOrd="7" destOrd="0" presId="urn:microsoft.com/office/officeart/2018/2/layout/IconVerticalSolidList"/>
    <dgm:cxn modelId="{629979CE-9563-46B6-90AC-274BE54E41ED}" type="presParOf" srcId="{7A460421-D9B1-4437-B6D5-5E07DC9ACEDB}" destId="{73BBE597-5678-4C5C-BDE3-1C99F0BE81C0}" srcOrd="8" destOrd="0" presId="urn:microsoft.com/office/officeart/2018/2/layout/IconVerticalSolidList"/>
    <dgm:cxn modelId="{3808DA41-A688-4936-86BD-5B74D7E6CBAA}" type="presParOf" srcId="{73BBE597-5678-4C5C-BDE3-1C99F0BE81C0}" destId="{74E7B71C-3FC4-41A2-B2F4-B7CE84588144}" srcOrd="0" destOrd="0" presId="urn:microsoft.com/office/officeart/2018/2/layout/IconVerticalSolidList"/>
    <dgm:cxn modelId="{A147C67E-5304-4EAF-908D-40B5EBFC8B53}" type="presParOf" srcId="{73BBE597-5678-4C5C-BDE3-1C99F0BE81C0}" destId="{77A21E66-E3AE-4E0F-B9F2-211BE7EBC6EA}" srcOrd="1" destOrd="0" presId="urn:microsoft.com/office/officeart/2018/2/layout/IconVerticalSolidList"/>
    <dgm:cxn modelId="{388EB99C-E047-4410-A13E-4D40B6D7197F}" type="presParOf" srcId="{73BBE597-5678-4C5C-BDE3-1C99F0BE81C0}" destId="{AAB9F2A6-32B4-4C67-915B-E40C4EC39430}" srcOrd="2" destOrd="0" presId="urn:microsoft.com/office/officeart/2018/2/layout/IconVerticalSolidList"/>
    <dgm:cxn modelId="{D44C01B9-1061-447A-9A58-1B079477791D}" type="presParOf" srcId="{73BBE597-5678-4C5C-BDE3-1C99F0BE81C0}" destId="{AAFA3E65-609C-47AB-9619-2D197316775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CA1D613-7CD2-48EE-9C2F-0770679255C6}" type="doc">
      <dgm:prSet loTypeId="urn:microsoft.com/office/officeart/2005/8/layout/cycle1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2559E85-BDE3-4964-AC4F-FBF2E926B610}">
      <dgm:prSet/>
      <dgm:spPr/>
      <dgm:t>
        <a:bodyPr/>
        <a:lstStyle/>
        <a:p>
          <a:r>
            <a:rPr lang="en-US"/>
            <a:t>Successful App Store launch with glowing reviews</a:t>
          </a:r>
        </a:p>
      </dgm:t>
    </dgm:pt>
    <dgm:pt modelId="{EE429299-C05E-4DFF-8E18-2A4EFD795E2A}" type="parTrans" cxnId="{1958B389-AFE4-4182-BAD0-FB5E9DD99556}">
      <dgm:prSet/>
      <dgm:spPr/>
      <dgm:t>
        <a:bodyPr/>
        <a:lstStyle/>
        <a:p>
          <a:endParaRPr lang="en-US"/>
        </a:p>
      </dgm:t>
    </dgm:pt>
    <dgm:pt modelId="{3EABD29E-29C5-482E-A08D-9795A256B0D8}" type="sibTrans" cxnId="{1958B389-AFE4-4182-BAD0-FB5E9DD99556}">
      <dgm:prSet/>
      <dgm:spPr/>
      <dgm:t>
        <a:bodyPr/>
        <a:lstStyle/>
        <a:p>
          <a:endParaRPr lang="en-US"/>
        </a:p>
      </dgm:t>
    </dgm:pt>
    <dgm:pt modelId="{9F34120D-B1E4-46E7-A6E1-BE37EAE2EA4B}">
      <dgm:prSet/>
      <dgm:spPr/>
      <dgm:t>
        <a:bodyPr/>
        <a:lstStyle/>
        <a:p>
          <a:r>
            <a:rPr lang="en-US" dirty="0"/>
            <a:t>Adopted by both amateur &amp; pro golfers worldwide</a:t>
          </a:r>
        </a:p>
      </dgm:t>
    </dgm:pt>
    <dgm:pt modelId="{4954023E-7777-4DF1-884A-0340AB928405}" type="parTrans" cxnId="{FACD126B-B8A5-41F3-8A37-A5E561BE59EB}">
      <dgm:prSet/>
      <dgm:spPr/>
      <dgm:t>
        <a:bodyPr/>
        <a:lstStyle/>
        <a:p>
          <a:endParaRPr lang="en-US"/>
        </a:p>
      </dgm:t>
    </dgm:pt>
    <dgm:pt modelId="{5B599E91-7CCA-4D60-B8B1-0DF58188D25E}" type="sibTrans" cxnId="{FACD126B-B8A5-41F3-8A37-A5E561BE59EB}">
      <dgm:prSet/>
      <dgm:spPr/>
      <dgm:t>
        <a:bodyPr/>
        <a:lstStyle/>
        <a:p>
          <a:endParaRPr lang="en-US"/>
        </a:p>
      </dgm:t>
    </dgm:pt>
    <dgm:pt modelId="{1F40FEA7-9555-45F2-9CE9-A3E41F6DF4F1}">
      <dgm:prSet/>
      <dgm:spPr/>
      <dgm:t>
        <a:bodyPr/>
        <a:lstStyle/>
        <a:p>
          <a:r>
            <a:rPr lang="en-US" dirty="0"/>
            <a:t>Higher retention thanks to smooth UX &amp; AI tools</a:t>
          </a:r>
        </a:p>
      </dgm:t>
    </dgm:pt>
    <dgm:pt modelId="{DB704D40-AB9E-4A94-9EC6-C7906C8F450E}" type="parTrans" cxnId="{777F3663-FD89-49AD-AB79-FEDBEBECF860}">
      <dgm:prSet/>
      <dgm:spPr/>
      <dgm:t>
        <a:bodyPr/>
        <a:lstStyle/>
        <a:p>
          <a:endParaRPr lang="en-US"/>
        </a:p>
      </dgm:t>
    </dgm:pt>
    <dgm:pt modelId="{3556FBF0-77EA-49F2-BF1D-7FFD7DBFAC34}" type="sibTrans" cxnId="{777F3663-FD89-49AD-AB79-FEDBEBECF860}">
      <dgm:prSet/>
      <dgm:spPr/>
      <dgm:t>
        <a:bodyPr/>
        <a:lstStyle/>
        <a:p>
          <a:endParaRPr lang="en-US"/>
        </a:p>
      </dgm:t>
    </dgm:pt>
    <dgm:pt modelId="{E9131C32-38AC-48FD-9FE1-32F962FC7007}">
      <dgm:prSet/>
      <dgm:spPr/>
      <dgm:t>
        <a:bodyPr/>
        <a:lstStyle/>
        <a:p>
          <a:r>
            <a:rPr lang="en-US" dirty="0"/>
            <a:t>Future-proof backend enabled scalability &amp; monetization</a:t>
          </a:r>
        </a:p>
      </dgm:t>
    </dgm:pt>
    <dgm:pt modelId="{E19AB0C8-97A4-4A7B-9FED-0DB8B4A090CE}" type="parTrans" cxnId="{DF74D890-649C-4564-A9FF-DEC89BFFF64A}">
      <dgm:prSet/>
      <dgm:spPr/>
      <dgm:t>
        <a:bodyPr/>
        <a:lstStyle/>
        <a:p>
          <a:endParaRPr lang="en-US"/>
        </a:p>
      </dgm:t>
    </dgm:pt>
    <dgm:pt modelId="{C7D84B74-D84B-4456-ACBF-0B9AA0B2E6AB}" type="sibTrans" cxnId="{DF74D890-649C-4564-A9FF-DEC89BFFF64A}">
      <dgm:prSet/>
      <dgm:spPr/>
      <dgm:t>
        <a:bodyPr/>
        <a:lstStyle/>
        <a:p>
          <a:endParaRPr lang="en-US"/>
        </a:p>
      </dgm:t>
    </dgm:pt>
    <dgm:pt modelId="{E00FA85A-23E6-4932-A922-C20F6CD2FFDA}">
      <dgm:prSet/>
      <dgm:spPr/>
      <dgm:t>
        <a:bodyPr/>
        <a:lstStyle/>
        <a:p>
          <a:r>
            <a:rPr lang="en-US" dirty="0"/>
            <a:t>Strengthened Mirror Vision’s leadership in golf coaching technology</a:t>
          </a:r>
        </a:p>
      </dgm:t>
    </dgm:pt>
    <dgm:pt modelId="{B0AC0BC5-7E37-4A91-9857-3D16A58323B5}" type="parTrans" cxnId="{E1C367FF-8EF8-4A46-A59E-D37990FBF77D}">
      <dgm:prSet/>
      <dgm:spPr/>
      <dgm:t>
        <a:bodyPr/>
        <a:lstStyle/>
        <a:p>
          <a:endParaRPr lang="en-US"/>
        </a:p>
      </dgm:t>
    </dgm:pt>
    <dgm:pt modelId="{E5F3E9A0-0E25-4E9F-87F0-AED4B220BCDE}" type="sibTrans" cxnId="{E1C367FF-8EF8-4A46-A59E-D37990FBF77D}">
      <dgm:prSet/>
      <dgm:spPr/>
      <dgm:t>
        <a:bodyPr/>
        <a:lstStyle/>
        <a:p>
          <a:endParaRPr lang="en-US"/>
        </a:p>
      </dgm:t>
    </dgm:pt>
    <dgm:pt modelId="{6011580D-F94B-43D3-88D6-6C8F19B470E5}" type="pres">
      <dgm:prSet presAssocID="{5CA1D613-7CD2-48EE-9C2F-0770679255C6}" presName="cycle" presStyleCnt="0">
        <dgm:presLayoutVars>
          <dgm:dir/>
          <dgm:resizeHandles val="exact"/>
        </dgm:presLayoutVars>
      </dgm:prSet>
      <dgm:spPr/>
    </dgm:pt>
    <dgm:pt modelId="{57EC58A9-F00B-4A50-9EBE-D28A3178EC5D}" type="pres">
      <dgm:prSet presAssocID="{B2559E85-BDE3-4964-AC4F-FBF2E926B610}" presName="dummy" presStyleCnt="0"/>
      <dgm:spPr/>
    </dgm:pt>
    <dgm:pt modelId="{6F303EC3-0BF5-43D5-957D-CF37FDF21776}" type="pres">
      <dgm:prSet presAssocID="{B2559E85-BDE3-4964-AC4F-FBF2E926B610}" presName="node" presStyleLbl="revTx" presStyleIdx="0" presStyleCnt="5">
        <dgm:presLayoutVars>
          <dgm:bulletEnabled val="1"/>
        </dgm:presLayoutVars>
      </dgm:prSet>
      <dgm:spPr/>
    </dgm:pt>
    <dgm:pt modelId="{2C4F6A6B-5B33-4AE0-9D55-C371CCB1FAF1}" type="pres">
      <dgm:prSet presAssocID="{3EABD29E-29C5-482E-A08D-9795A256B0D8}" presName="sibTrans" presStyleLbl="node1" presStyleIdx="0" presStyleCnt="5"/>
      <dgm:spPr/>
    </dgm:pt>
    <dgm:pt modelId="{B10DB801-1F6A-47A4-A025-C1E89829EB1E}" type="pres">
      <dgm:prSet presAssocID="{9F34120D-B1E4-46E7-A6E1-BE37EAE2EA4B}" presName="dummy" presStyleCnt="0"/>
      <dgm:spPr/>
    </dgm:pt>
    <dgm:pt modelId="{AC4188F4-D452-4BCE-B6FC-74D58BA996B8}" type="pres">
      <dgm:prSet presAssocID="{9F34120D-B1E4-46E7-A6E1-BE37EAE2EA4B}" presName="node" presStyleLbl="revTx" presStyleIdx="1" presStyleCnt="5">
        <dgm:presLayoutVars>
          <dgm:bulletEnabled val="1"/>
        </dgm:presLayoutVars>
      </dgm:prSet>
      <dgm:spPr/>
    </dgm:pt>
    <dgm:pt modelId="{2C209FFB-7E6B-49BE-BDFA-4BC853C8D299}" type="pres">
      <dgm:prSet presAssocID="{5B599E91-7CCA-4D60-B8B1-0DF58188D25E}" presName="sibTrans" presStyleLbl="node1" presStyleIdx="1" presStyleCnt="5"/>
      <dgm:spPr/>
    </dgm:pt>
    <dgm:pt modelId="{FBACF67B-A5E4-435E-A94C-8C5FE2F80313}" type="pres">
      <dgm:prSet presAssocID="{1F40FEA7-9555-45F2-9CE9-A3E41F6DF4F1}" presName="dummy" presStyleCnt="0"/>
      <dgm:spPr/>
    </dgm:pt>
    <dgm:pt modelId="{E11E33F3-12AD-4D18-9858-03250B7D0063}" type="pres">
      <dgm:prSet presAssocID="{1F40FEA7-9555-45F2-9CE9-A3E41F6DF4F1}" presName="node" presStyleLbl="revTx" presStyleIdx="2" presStyleCnt="5">
        <dgm:presLayoutVars>
          <dgm:bulletEnabled val="1"/>
        </dgm:presLayoutVars>
      </dgm:prSet>
      <dgm:spPr/>
    </dgm:pt>
    <dgm:pt modelId="{BBAD6D1C-C0CD-474A-A7CA-C71972C6AAC3}" type="pres">
      <dgm:prSet presAssocID="{3556FBF0-77EA-49F2-BF1D-7FFD7DBFAC34}" presName="sibTrans" presStyleLbl="node1" presStyleIdx="2" presStyleCnt="5"/>
      <dgm:spPr/>
    </dgm:pt>
    <dgm:pt modelId="{B1F1F491-C952-45DF-8C4F-5A3208B5747A}" type="pres">
      <dgm:prSet presAssocID="{E9131C32-38AC-48FD-9FE1-32F962FC7007}" presName="dummy" presStyleCnt="0"/>
      <dgm:spPr/>
    </dgm:pt>
    <dgm:pt modelId="{420081C3-9573-475E-8DEA-A5E4FE4C5551}" type="pres">
      <dgm:prSet presAssocID="{E9131C32-38AC-48FD-9FE1-32F962FC7007}" presName="node" presStyleLbl="revTx" presStyleIdx="3" presStyleCnt="5">
        <dgm:presLayoutVars>
          <dgm:bulletEnabled val="1"/>
        </dgm:presLayoutVars>
      </dgm:prSet>
      <dgm:spPr/>
    </dgm:pt>
    <dgm:pt modelId="{BE8327CA-9E1E-481A-97BD-B318BD04DDDD}" type="pres">
      <dgm:prSet presAssocID="{C7D84B74-D84B-4456-ACBF-0B9AA0B2E6AB}" presName="sibTrans" presStyleLbl="node1" presStyleIdx="3" presStyleCnt="5"/>
      <dgm:spPr/>
    </dgm:pt>
    <dgm:pt modelId="{0BA46624-1F71-43D7-8C81-3DB56545595A}" type="pres">
      <dgm:prSet presAssocID="{E00FA85A-23E6-4932-A922-C20F6CD2FFDA}" presName="dummy" presStyleCnt="0"/>
      <dgm:spPr/>
    </dgm:pt>
    <dgm:pt modelId="{F39F6FF1-B4B8-4607-B2A6-B874AA90D70A}" type="pres">
      <dgm:prSet presAssocID="{E00FA85A-23E6-4932-A922-C20F6CD2FFDA}" presName="node" presStyleLbl="revTx" presStyleIdx="4" presStyleCnt="5">
        <dgm:presLayoutVars>
          <dgm:bulletEnabled val="1"/>
        </dgm:presLayoutVars>
      </dgm:prSet>
      <dgm:spPr/>
    </dgm:pt>
    <dgm:pt modelId="{63CAD90F-BA5F-4FB0-AFF7-EA2CE4847ECD}" type="pres">
      <dgm:prSet presAssocID="{E5F3E9A0-0E25-4E9F-87F0-AED4B220BCDE}" presName="sibTrans" presStyleLbl="node1" presStyleIdx="4" presStyleCnt="5"/>
      <dgm:spPr/>
    </dgm:pt>
  </dgm:ptLst>
  <dgm:cxnLst>
    <dgm:cxn modelId="{E233B903-9D16-4C69-AB8D-60E76B9D50DB}" type="presOf" srcId="{E5F3E9A0-0E25-4E9F-87F0-AED4B220BCDE}" destId="{63CAD90F-BA5F-4FB0-AFF7-EA2CE4847ECD}" srcOrd="0" destOrd="0" presId="urn:microsoft.com/office/officeart/2005/8/layout/cycle1"/>
    <dgm:cxn modelId="{DA98721A-C4AC-4AAF-B72F-8477DF5967D8}" type="presOf" srcId="{5B599E91-7CCA-4D60-B8B1-0DF58188D25E}" destId="{2C209FFB-7E6B-49BE-BDFA-4BC853C8D299}" srcOrd="0" destOrd="0" presId="urn:microsoft.com/office/officeart/2005/8/layout/cycle1"/>
    <dgm:cxn modelId="{1CB48627-27E2-4B93-85D7-12FFC8E74136}" type="presOf" srcId="{C7D84B74-D84B-4456-ACBF-0B9AA0B2E6AB}" destId="{BE8327CA-9E1E-481A-97BD-B318BD04DDDD}" srcOrd="0" destOrd="0" presId="urn:microsoft.com/office/officeart/2005/8/layout/cycle1"/>
    <dgm:cxn modelId="{B52F0233-9BDC-4D21-8A25-E95637521D97}" type="presOf" srcId="{E9131C32-38AC-48FD-9FE1-32F962FC7007}" destId="{420081C3-9573-475E-8DEA-A5E4FE4C5551}" srcOrd="0" destOrd="0" presId="urn:microsoft.com/office/officeart/2005/8/layout/cycle1"/>
    <dgm:cxn modelId="{26767140-4668-4F70-8BD2-6BF467E68E19}" type="presOf" srcId="{3EABD29E-29C5-482E-A08D-9795A256B0D8}" destId="{2C4F6A6B-5B33-4AE0-9D55-C371CCB1FAF1}" srcOrd="0" destOrd="0" presId="urn:microsoft.com/office/officeart/2005/8/layout/cycle1"/>
    <dgm:cxn modelId="{777F3663-FD89-49AD-AB79-FEDBEBECF860}" srcId="{5CA1D613-7CD2-48EE-9C2F-0770679255C6}" destId="{1F40FEA7-9555-45F2-9CE9-A3E41F6DF4F1}" srcOrd="2" destOrd="0" parTransId="{DB704D40-AB9E-4A94-9EC6-C7906C8F450E}" sibTransId="{3556FBF0-77EA-49F2-BF1D-7FFD7DBFAC34}"/>
    <dgm:cxn modelId="{6D33E563-1EB8-4B9C-9568-3385575E0D07}" type="presOf" srcId="{9F34120D-B1E4-46E7-A6E1-BE37EAE2EA4B}" destId="{AC4188F4-D452-4BCE-B6FC-74D58BA996B8}" srcOrd="0" destOrd="0" presId="urn:microsoft.com/office/officeart/2005/8/layout/cycle1"/>
    <dgm:cxn modelId="{FACD126B-B8A5-41F3-8A37-A5E561BE59EB}" srcId="{5CA1D613-7CD2-48EE-9C2F-0770679255C6}" destId="{9F34120D-B1E4-46E7-A6E1-BE37EAE2EA4B}" srcOrd="1" destOrd="0" parTransId="{4954023E-7777-4DF1-884A-0340AB928405}" sibTransId="{5B599E91-7CCA-4D60-B8B1-0DF58188D25E}"/>
    <dgm:cxn modelId="{F9ABE071-77AB-41C2-8ED0-B1EB4F960939}" type="presOf" srcId="{1F40FEA7-9555-45F2-9CE9-A3E41F6DF4F1}" destId="{E11E33F3-12AD-4D18-9858-03250B7D0063}" srcOrd="0" destOrd="0" presId="urn:microsoft.com/office/officeart/2005/8/layout/cycle1"/>
    <dgm:cxn modelId="{349D0052-BBCF-4863-B0DC-4A2DAE12D018}" type="presOf" srcId="{E00FA85A-23E6-4932-A922-C20F6CD2FFDA}" destId="{F39F6FF1-B4B8-4607-B2A6-B874AA90D70A}" srcOrd="0" destOrd="0" presId="urn:microsoft.com/office/officeart/2005/8/layout/cycle1"/>
    <dgm:cxn modelId="{1958B389-AFE4-4182-BAD0-FB5E9DD99556}" srcId="{5CA1D613-7CD2-48EE-9C2F-0770679255C6}" destId="{B2559E85-BDE3-4964-AC4F-FBF2E926B610}" srcOrd="0" destOrd="0" parTransId="{EE429299-C05E-4DFF-8E18-2A4EFD795E2A}" sibTransId="{3EABD29E-29C5-482E-A08D-9795A256B0D8}"/>
    <dgm:cxn modelId="{DF74D890-649C-4564-A9FF-DEC89BFFF64A}" srcId="{5CA1D613-7CD2-48EE-9C2F-0770679255C6}" destId="{E9131C32-38AC-48FD-9FE1-32F962FC7007}" srcOrd="3" destOrd="0" parTransId="{E19AB0C8-97A4-4A7B-9FED-0DB8B4A090CE}" sibTransId="{C7D84B74-D84B-4456-ACBF-0B9AA0B2E6AB}"/>
    <dgm:cxn modelId="{32C3DECD-AD4C-4527-81AE-06A057424C05}" type="presOf" srcId="{5CA1D613-7CD2-48EE-9C2F-0770679255C6}" destId="{6011580D-F94B-43D3-88D6-6C8F19B470E5}" srcOrd="0" destOrd="0" presId="urn:microsoft.com/office/officeart/2005/8/layout/cycle1"/>
    <dgm:cxn modelId="{2E185FCE-AB0A-4FD5-9ACE-977B70908384}" type="presOf" srcId="{3556FBF0-77EA-49F2-BF1D-7FFD7DBFAC34}" destId="{BBAD6D1C-C0CD-474A-A7CA-C71972C6AAC3}" srcOrd="0" destOrd="0" presId="urn:microsoft.com/office/officeart/2005/8/layout/cycle1"/>
    <dgm:cxn modelId="{08BF85D4-4F43-45F9-97FF-0E3FD9D05097}" type="presOf" srcId="{B2559E85-BDE3-4964-AC4F-FBF2E926B610}" destId="{6F303EC3-0BF5-43D5-957D-CF37FDF21776}" srcOrd="0" destOrd="0" presId="urn:microsoft.com/office/officeart/2005/8/layout/cycle1"/>
    <dgm:cxn modelId="{E1C367FF-8EF8-4A46-A59E-D37990FBF77D}" srcId="{5CA1D613-7CD2-48EE-9C2F-0770679255C6}" destId="{E00FA85A-23E6-4932-A922-C20F6CD2FFDA}" srcOrd="4" destOrd="0" parTransId="{B0AC0BC5-7E37-4A91-9857-3D16A58323B5}" sibTransId="{E5F3E9A0-0E25-4E9F-87F0-AED4B220BCDE}"/>
    <dgm:cxn modelId="{35AA71FA-3C27-4F56-80BC-8D4493BD4656}" type="presParOf" srcId="{6011580D-F94B-43D3-88D6-6C8F19B470E5}" destId="{57EC58A9-F00B-4A50-9EBE-D28A3178EC5D}" srcOrd="0" destOrd="0" presId="urn:microsoft.com/office/officeart/2005/8/layout/cycle1"/>
    <dgm:cxn modelId="{7D20CC06-8EB9-41E1-AE30-EA03032A79B4}" type="presParOf" srcId="{6011580D-F94B-43D3-88D6-6C8F19B470E5}" destId="{6F303EC3-0BF5-43D5-957D-CF37FDF21776}" srcOrd="1" destOrd="0" presId="urn:microsoft.com/office/officeart/2005/8/layout/cycle1"/>
    <dgm:cxn modelId="{08A3FD27-BA76-4BF1-AB56-F74A3194F239}" type="presParOf" srcId="{6011580D-F94B-43D3-88D6-6C8F19B470E5}" destId="{2C4F6A6B-5B33-4AE0-9D55-C371CCB1FAF1}" srcOrd="2" destOrd="0" presId="urn:microsoft.com/office/officeart/2005/8/layout/cycle1"/>
    <dgm:cxn modelId="{82350D68-BC05-4FF8-BFC8-E69A0B721032}" type="presParOf" srcId="{6011580D-F94B-43D3-88D6-6C8F19B470E5}" destId="{B10DB801-1F6A-47A4-A025-C1E89829EB1E}" srcOrd="3" destOrd="0" presId="urn:microsoft.com/office/officeart/2005/8/layout/cycle1"/>
    <dgm:cxn modelId="{30116F34-3516-4EA8-B593-0F6D52722A48}" type="presParOf" srcId="{6011580D-F94B-43D3-88D6-6C8F19B470E5}" destId="{AC4188F4-D452-4BCE-B6FC-74D58BA996B8}" srcOrd="4" destOrd="0" presId="urn:microsoft.com/office/officeart/2005/8/layout/cycle1"/>
    <dgm:cxn modelId="{CF206521-DF35-4230-95B7-D04AC674E309}" type="presParOf" srcId="{6011580D-F94B-43D3-88D6-6C8F19B470E5}" destId="{2C209FFB-7E6B-49BE-BDFA-4BC853C8D299}" srcOrd="5" destOrd="0" presId="urn:microsoft.com/office/officeart/2005/8/layout/cycle1"/>
    <dgm:cxn modelId="{3DDEA6BE-B8F4-4B0F-8DFD-3D3500C36EC8}" type="presParOf" srcId="{6011580D-F94B-43D3-88D6-6C8F19B470E5}" destId="{FBACF67B-A5E4-435E-A94C-8C5FE2F80313}" srcOrd="6" destOrd="0" presId="urn:microsoft.com/office/officeart/2005/8/layout/cycle1"/>
    <dgm:cxn modelId="{9CA09264-2079-41B8-B12B-2FFACF20E93A}" type="presParOf" srcId="{6011580D-F94B-43D3-88D6-6C8F19B470E5}" destId="{E11E33F3-12AD-4D18-9858-03250B7D0063}" srcOrd="7" destOrd="0" presId="urn:microsoft.com/office/officeart/2005/8/layout/cycle1"/>
    <dgm:cxn modelId="{433F918A-03B1-4C62-9D95-E328F370C607}" type="presParOf" srcId="{6011580D-F94B-43D3-88D6-6C8F19B470E5}" destId="{BBAD6D1C-C0CD-474A-A7CA-C71972C6AAC3}" srcOrd="8" destOrd="0" presId="urn:microsoft.com/office/officeart/2005/8/layout/cycle1"/>
    <dgm:cxn modelId="{E4268843-5B2D-4544-A528-989AC4FD1B62}" type="presParOf" srcId="{6011580D-F94B-43D3-88D6-6C8F19B470E5}" destId="{B1F1F491-C952-45DF-8C4F-5A3208B5747A}" srcOrd="9" destOrd="0" presId="urn:microsoft.com/office/officeart/2005/8/layout/cycle1"/>
    <dgm:cxn modelId="{7062C4A7-ABA4-4D68-B78A-E8C1C8DFAD20}" type="presParOf" srcId="{6011580D-F94B-43D3-88D6-6C8F19B470E5}" destId="{420081C3-9573-475E-8DEA-A5E4FE4C5551}" srcOrd="10" destOrd="0" presId="urn:microsoft.com/office/officeart/2005/8/layout/cycle1"/>
    <dgm:cxn modelId="{610A696D-5B3C-42F2-92C1-7075A2A77384}" type="presParOf" srcId="{6011580D-F94B-43D3-88D6-6C8F19B470E5}" destId="{BE8327CA-9E1E-481A-97BD-B318BD04DDDD}" srcOrd="11" destOrd="0" presId="urn:microsoft.com/office/officeart/2005/8/layout/cycle1"/>
    <dgm:cxn modelId="{8BBB576B-6F41-405F-8EF8-329FB2439D3E}" type="presParOf" srcId="{6011580D-F94B-43D3-88D6-6C8F19B470E5}" destId="{0BA46624-1F71-43D7-8C81-3DB56545595A}" srcOrd="12" destOrd="0" presId="urn:microsoft.com/office/officeart/2005/8/layout/cycle1"/>
    <dgm:cxn modelId="{9CFB1191-F76B-48DD-8836-814E41C7A87B}" type="presParOf" srcId="{6011580D-F94B-43D3-88D6-6C8F19B470E5}" destId="{F39F6FF1-B4B8-4607-B2A6-B874AA90D70A}" srcOrd="13" destOrd="0" presId="urn:microsoft.com/office/officeart/2005/8/layout/cycle1"/>
    <dgm:cxn modelId="{09E871B7-C037-4130-96D5-CAF72F7D29BF}" type="presParOf" srcId="{6011580D-F94B-43D3-88D6-6C8F19B470E5}" destId="{63CAD90F-BA5F-4FB0-AFF7-EA2CE4847ECD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C4D3A2-BBB9-440B-AD05-F94793BB7AC2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FDDAF0-E68B-4304-B8DD-6559C7471AA0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6F3643-F83F-480F-BC01-3F9BA70C42D0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Mirror Vision needed a complete rebuild of their flagship app to stay competitive.</a:t>
          </a:r>
        </a:p>
      </dsp:txBody>
      <dsp:txXfrm>
        <a:off x="1058686" y="1808"/>
        <a:ext cx="6828013" cy="916611"/>
      </dsp:txXfrm>
    </dsp:sp>
    <dsp:sp modelId="{A4F3B55A-8A42-489B-AADE-C6544456045A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59EFC5-7089-4F78-ACEF-BCC9489AC350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017605-0D16-4A83-B171-C2E0F5638E92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Their vision: a smooth, reliable, AI-powered golf training experience.</a:t>
          </a:r>
        </a:p>
      </dsp:txBody>
      <dsp:txXfrm>
        <a:off x="1058686" y="1147573"/>
        <a:ext cx="6828013" cy="916611"/>
      </dsp:txXfrm>
    </dsp:sp>
    <dsp:sp modelId="{FD8A23FA-65EF-4CCF-A521-8E983781A98E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78FD80-192C-4BD7-96A3-E11F7F9D1C16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B4C17C-2046-46BC-8F13-BF30D06253C6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Our expertise in iOS development, AI integration, and real-time systems made us the right partner.</a:t>
          </a:r>
        </a:p>
      </dsp:txBody>
      <dsp:txXfrm>
        <a:off x="1058686" y="2293338"/>
        <a:ext cx="6828013" cy="916611"/>
      </dsp:txXfrm>
    </dsp:sp>
    <dsp:sp modelId="{12D534FC-C359-4989-BC6F-626C6389DBBD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93277B-A255-4387-A18D-253E93632729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70735F-D113-486F-B472-82C3AD333E5E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goal: deliver a future-ready app with world-class user experience.</a:t>
          </a:r>
        </a:p>
      </dsp:txBody>
      <dsp:txXfrm>
        <a:off x="1058686" y="3439103"/>
        <a:ext cx="6828013" cy="9166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90755F-5927-4D38-8C4E-4D0A009FA817}">
      <dsp:nvSpPr>
        <dsp:cNvPr id="0" name=""/>
        <dsp:cNvSpPr/>
      </dsp:nvSpPr>
      <dsp:spPr>
        <a:xfrm>
          <a:off x="0" y="675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FEC090-B333-49E8-BF2D-68A6A21906B3}">
      <dsp:nvSpPr>
        <dsp:cNvPr id="0" name=""/>
        <dsp:cNvSpPr/>
      </dsp:nvSpPr>
      <dsp:spPr>
        <a:xfrm>
          <a:off x="0" y="675"/>
          <a:ext cx="943757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1</a:t>
          </a:r>
        </a:p>
      </dsp:txBody>
      <dsp:txXfrm>
        <a:off x="0" y="675"/>
        <a:ext cx="943757" cy="1105876"/>
      </dsp:txXfrm>
    </dsp:sp>
    <dsp:sp modelId="{94B73A13-20B8-4F33-9DE5-A51E282641D0}">
      <dsp:nvSpPr>
        <dsp:cNvPr id="0" name=""/>
        <dsp:cNvSpPr/>
      </dsp:nvSpPr>
      <dsp:spPr>
        <a:xfrm>
          <a:off x="1014538" y="50893"/>
          <a:ext cx="3704246" cy="1004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Cluttered UI &amp; poor navigation, steep learning curve</a:t>
          </a:r>
        </a:p>
      </dsp:txBody>
      <dsp:txXfrm>
        <a:off x="1014538" y="50893"/>
        <a:ext cx="3704246" cy="1004360"/>
      </dsp:txXfrm>
    </dsp:sp>
    <dsp:sp modelId="{B31B41C8-0DAB-4C8C-ACF0-1EA6B7F021AA}">
      <dsp:nvSpPr>
        <dsp:cNvPr id="0" name=""/>
        <dsp:cNvSpPr/>
      </dsp:nvSpPr>
      <dsp:spPr>
        <a:xfrm>
          <a:off x="943756" y="1055254"/>
          <a:ext cx="377502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1E8E66-E8A3-49DC-B161-49F3A62D5437}">
      <dsp:nvSpPr>
        <dsp:cNvPr id="0" name=""/>
        <dsp:cNvSpPr/>
      </dsp:nvSpPr>
      <dsp:spPr>
        <a:xfrm>
          <a:off x="0" y="1106552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EA038E-ECD7-410D-8896-079EA542DF61}">
      <dsp:nvSpPr>
        <dsp:cNvPr id="0" name=""/>
        <dsp:cNvSpPr/>
      </dsp:nvSpPr>
      <dsp:spPr>
        <a:xfrm>
          <a:off x="0" y="1106552"/>
          <a:ext cx="943757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>
              <a:latin typeface="Calibri"/>
              <a:ea typeface="+mn-ea"/>
              <a:cs typeface="+mn-cs"/>
            </a:rPr>
            <a:t>2</a:t>
          </a:r>
        </a:p>
      </dsp:txBody>
      <dsp:txXfrm>
        <a:off x="0" y="1106552"/>
        <a:ext cx="943757" cy="1105876"/>
      </dsp:txXfrm>
    </dsp:sp>
    <dsp:sp modelId="{63A84885-D41F-46C1-92CE-4B0C4D4D7DD0}">
      <dsp:nvSpPr>
        <dsp:cNvPr id="0" name=""/>
        <dsp:cNvSpPr/>
      </dsp:nvSpPr>
      <dsp:spPr>
        <a:xfrm>
          <a:off x="1014538" y="1156770"/>
          <a:ext cx="3704246" cy="1004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Laggy, unstable video streaming at high frame rates</a:t>
          </a:r>
        </a:p>
      </dsp:txBody>
      <dsp:txXfrm>
        <a:off x="1014538" y="1156770"/>
        <a:ext cx="3704246" cy="1004360"/>
      </dsp:txXfrm>
    </dsp:sp>
    <dsp:sp modelId="{A46D8828-05DB-4982-AA22-5F1C122B12B5}">
      <dsp:nvSpPr>
        <dsp:cNvPr id="0" name=""/>
        <dsp:cNvSpPr/>
      </dsp:nvSpPr>
      <dsp:spPr>
        <a:xfrm>
          <a:off x="943756" y="2161131"/>
          <a:ext cx="377502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459E46-D1DE-4748-A677-BA44EB5DB8DA}">
      <dsp:nvSpPr>
        <dsp:cNvPr id="0" name=""/>
        <dsp:cNvSpPr/>
      </dsp:nvSpPr>
      <dsp:spPr>
        <a:xfrm>
          <a:off x="0" y="2212429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07FF10-CF99-4E32-8DBD-88B22CA22738}">
      <dsp:nvSpPr>
        <dsp:cNvPr id="0" name=""/>
        <dsp:cNvSpPr/>
      </dsp:nvSpPr>
      <dsp:spPr>
        <a:xfrm>
          <a:off x="0" y="2212429"/>
          <a:ext cx="943757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>
              <a:latin typeface="Calibri"/>
              <a:ea typeface="+mn-ea"/>
              <a:cs typeface="+mn-cs"/>
            </a:rPr>
            <a:t>3</a:t>
          </a:r>
        </a:p>
      </dsp:txBody>
      <dsp:txXfrm>
        <a:off x="0" y="2212429"/>
        <a:ext cx="943757" cy="1105876"/>
      </dsp:txXfrm>
    </dsp:sp>
    <dsp:sp modelId="{3ECB9E7D-CB32-4692-9B02-5B82AB8BC26E}">
      <dsp:nvSpPr>
        <dsp:cNvPr id="0" name=""/>
        <dsp:cNvSpPr/>
      </dsp:nvSpPr>
      <dsp:spPr>
        <a:xfrm>
          <a:off x="1014538" y="2262647"/>
          <a:ext cx="3704246" cy="1004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 AI swing detection or gesture recognition</a:t>
          </a:r>
        </a:p>
      </dsp:txBody>
      <dsp:txXfrm>
        <a:off x="1014538" y="2262647"/>
        <a:ext cx="3704246" cy="1004360"/>
      </dsp:txXfrm>
    </dsp:sp>
    <dsp:sp modelId="{7A6DD3D7-7C10-4CED-977C-3A780F82A61E}">
      <dsp:nvSpPr>
        <dsp:cNvPr id="0" name=""/>
        <dsp:cNvSpPr/>
      </dsp:nvSpPr>
      <dsp:spPr>
        <a:xfrm>
          <a:off x="943756" y="3267007"/>
          <a:ext cx="377502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DB0C74-8371-401D-865D-B51B064B6F64}">
      <dsp:nvSpPr>
        <dsp:cNvPr id="0" name=""/>
        <dsp:cNvSpPr/>
      </dsp:nvSpPr>
      <dsp:spPr>
        <a:xfrm>
          <a:off x="0" y="3318305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54F5B8-2F9F-4D8A-AF95-F5FAC4232FDC}">
      <dsp:nvSpPr>
        <dsp:cNvPr id="0" name=""/>
        <dsp:cNvSpPr/>
      </dsp:nvSpPr>
      <dsp:spPr>
        <a:xfrm>
          <a:off x="0" y="3318305"/>
          <a:ext cx="943757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>
              <a:latin typeface="Calibri"/>
              <a:ea typeface="+mn-ea"/>
              <a:cs typeface="+mn-cs"/>
            </a:rPr>
            <a:t>4</a:t>
          </a:r>
        </a:p>
      </dsp:txBody>
      <dsp:txXfrm>
        <a:off x="0" y="3318305"/>
        <a:ext cx="943757" cy="1105876"/>
      </dsp:txXfrm>
    </dsp:sp>
    <dsp:sp modelId="{C25E20FE-D0DA-4CF3-8DC3-D051E2D310E7}">
      <dsp:nvSpPr>
        <dsp:cNvPr id="0" name=""/>
        <dsp:cNvSpPr/>
      </dsp:nvSpPr>
      <dsp:spPr>
        <a:xfrm>
          <a:off x="1014538" y="3368524"/>
          <a:ext cx="3704246" cy="1004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Missing multi-camera support &amp; side-by-side playback</a:t>
          </a:r>
        </a:p>
      </dsp:txBody>
      <dsp:txXfrm>
        <a:off x="1014538" y="3368524"/>
        <a:ext cx="3704246" cy="1004360"/>
      </dsp:txXfrm>
    </dsp:sp>
    <dsp:sp modelId="{BD6E79FA-DC3C-4310-AFB8-80979D9277B4}">
      <dsp:nvSpPr>
        <dsp:cNvPr id="0" name=""/>
        <dsp:cNvSpPr/>
      </dsp:nvSpPr>
      <dsp:spPr>
        <a:xfrm>
          <a:off x="943756" y="4372884"/>
          <a:ext cx="377502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5F7840-E20D-461E-9104-E8C184B4D565}">
      <dsp:nvSpPr>
        <dsp:cNvPr id="0" name=""/>
        <dsp:cNvSpPr/>
      </dsp:nvSpPr>
      <dsp:spPr>
        <a:xfrm>
          <a:off x="0" y="4424182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2C38E4-0B8A-47B6-95E8-73C689AA8551}">
      <dsp:nvSpPr>
        <dsp:cNvPr id="0" name=""/>
        <dsp:cNvSpPr/>
      </dsp:nvSpPr>
      <dsp:spPr>
        <a:xfrm>
          <a:off x="0" y="4424182"/>
          <a:ext cx="943757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>
              <a:latin typeface="Calibri"/>
              <a:ea typeface="+mn-ea"/>
              <a:cs typeface="+mn-cs"/>
            </a:rPr>
            <a:t>5</a:t>
          </a:r>
        </a:p>
      </dsp:txBody>
      <dsp:txXfrm>
        <a:off x="0" y="4424182"/>
        <a:ext cx="943757" cy="1105876"/>
      </dsp:txXfrm>
    </dsp:sp>
    <dsp:sp modelId="{E62C8718-6DB4-4B07-987A-F70C41815291}">
      <dsp:nvSpPr>
        <dsp:cNvPr id="0" name=""/>
        <dsp:cNvSpPr/>
      </dsp:nvSpPr>
      <dsp:spPr>
        <a:xfrm>
          <a:off x="1014538" y="4474400"/>
          <a:ext cx="3704246" cy="1004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Weak backend with limited subscription/payment options</a:t>
          </a:r>
        </a:p>
      </dsp:txBody>
      <dsp:txXfrm>
        <a:off x="1014538" y="4474400"/>
        <a:ext cx="3704246" cy="1004360"/>
      </dsp:txXfrm>
    </dsp:sp>
    <dsp:sp modelId="{EF737FC0-36F1-46AF-A899-925EF1711046}">
      <dsp:nvSpPr>
        <dsp:cNvPr id="0" name=""/>
        <dsp:cNvSpPr/>
      </dsp:nvSpPr>
      <dsp:spPr>
        <a:xfrm>
          <a:off x="943756" y="5478761"/>
          <a:ext cx="377502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77952-A451-4020-8024-08F5BF274D80}">
      <dsp:nvSpPr>
        <dsp:cNvPr id="0" name=""/>
        <dsp:cNvSpPr/>
      </dsp:nvSpPr>
      <dsp:spPr>
        <a:xfrm>
          <a:off x="334403" y="2998"/>
          <a:ext cx="955560" cy="95556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3B18F5-FE9B-4A19-8804-8FF92927D4EB}">
      <dsp:nvSpPr>
        <dsp:cNvPr id="0" name=""/>
        <dsp:cNvSpPr/>
      </dsp:nvSpPr>
      <dsp:spPr>
        <a:xfrm>
          <a:off x="535070" y="203666"/>
          <a:ext cx="554225" cy="5542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37707A-5F8E-4465-BED5-6C1A7D9E9D80}">
      <dsp:nvSpPr>
        <dsp:cNvPr id="0" name=""/>
        <dsp:cNvSpPr/>
      </dsp:nvSpPr>
      <dsp:spPr>
        <a:xfrm>
          <a:off x="1494726" y="299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Redesigned UX in Figma for a clean, intuitive interface</a:t>
          </a:r>
        </a:p>
      </dsp:txBody>
      <dsp:txXfrm>
        <a:off x="1494726" y="2998"/>
        <a:ext cx="2252392" cy="955560"/>
      </dsp:txXfrm>
    </dsp:sp>
    <dsp:sp modelId="{47A40071-37A9-4123-8AE6-1BA5F2E11456}">
      <dsp:nvSpPr>
        <dsp:cNvPr id="0" name=""/>
        <dsp:cNvSpPr/>
      </dsp:nvSpPr>
      <dsp:spPr>
        <a:xfrm>
          <a:off x="4139581" y="2998"/>
          <a:ext cx="955560" cy="95556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2CC343-B831-4743-BD1C-F336950B88D3}">
      <dsp:nvSpPr>
        <dsp:cNvPr id="0" name=""/>
        <dsp:cNvSpPr/>
      </dsp:nvSpPr>
      <dsp:spPr>
        <a:xfrm>
          <a:off x="4340248" y="203666"/>
          <a:ext cx="554225" cy="5542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58F16C-4EBB-4D8E-A108-42AF281D03D9}">
      <dsp:nvSpPr>
        <dsp:cNvPr id="0" name=""/>
        <dsp:cNvSpPr/>
      </dsp:nvSpPr>
      <dsp:spPr>
        <a:xfrm>
          <a:off x="5299904" y="299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Integrated AI swing detection (CoreML + Vision API, YOLOv8 keypoints)</a:t>
          </a:r>
        </a:p>
      </dsp:txBody>
      <dsp:txXfrm>
        <a:off x="5299904" y="2998"/>
        <a:ext cx="2252392" cy="955560"/>
      </dsp:txXfrm>
    </dsp:sp>
    <dsp:sp modelId="{B2F25740-8B3F-4F59-89BD-330491CDF600}">
      <dsp:nvSpPr>
        <dsp:cNvPr id="0" name=""/>
        <dsp:cNvSpPr/>
      </dsp:nvSpPr>
      <dsp:spPr>
        <a:xfrm>
          <a:off x="334403" y="1698491"/>
          <a:ext cx="955560" cy="95556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00DC35-464D-4793-B6C8-DAE8E3953C82}">
      <dsp:nvSpPr>
        <dsp:cNvPr id="0" name=""/>
        <dsp:cNvSpPr/>
      </dsp:nvSpPr>
      <dsp:spPr>
        <a:xfrm>
          <a:off x="535070" y="1899159"/>
          <a:ext cx="554225" cy="5542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DAAD57-A224-4694-9CBF-197193A8C14A}">
      <dsp:nvSpPr>
        <dsp:cNvPr id="0" name=""/>
        <dsp:cNvSpPr/>
      </dsp:nvSpPr>
      <dsp:spPr>
        <a:xfrm>
          <a:off x="1494726" y="1698491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Stable real-time streaming via Multipeer Connectivity</a:t>
          </a:r>
        </a:p>
      </dsp:txBody>
      <dsp:txXfrm>
        <a:off x="1494726" y="1698491"/>
        <a:ext cx="2252392" cy="955560"/>
      </dsp:txXfrm>
    </dsp:sp>
    <dsp:sp modelId="{2BCDCC34-4B17-411B-9417-1D4E6CE7C846}">
      <dsp:nvSpPr>
        <dsp:cNvPr id="0" name=""/>
        <dsp:cNvSpPr/>
      </dsp:nvSpPr>
      <dsp:spPr>
        <a:xfrm>
          <a:off x="4139581" y="1698491"/>
          <a:ext cx="955560" cy="95556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68B858-11C3-4DDC-B284-ED50ECACE740}">
      <dsp:nvSpPr>
        <dsp:cNvPr id="0" name=""/>
        <dsp:cNvSpPr/>
      </dsp:nvSpPr>
      <dsp:spPr>
        <a:xfrm>
          <a:off x="4340248" y="1899159"/>
          <a:ext cx="554225" cy="5542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9D2DE5-1BE4-4052-9180-70259FAB88FF}">
      <dsp:nvSpPr>
        <dsp:cNvPr id="0" name=""/>
        <dsp:cNvSpPr/>
      </dsp:nvSpPr>
      <dsp:spPr>
        <a:xfrm>
          <a:off x="5299904" y="1698491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Added multi-camera support with synchronized playback</a:t>
          </a:r>
        </a:p>
      </dsp:txBody>
      <dsp:txXfrm>
        <a:off x="5299904" y="1698491"/>
        <a:ext cx="2252392" cy="955560"/>
      </dsp:txXfrm>
    </dsp:sp>
    <dsp:sp modelId="{662F3350-7309-4C25-B881-19EB7DA6779C}">
      <dsp:nvSpPr>
        <dsp:cNvPr id="0" name=""/>
        <dsp:cNvSpPr/>
      </dsp:nvSpPr>
      <dsp:spPr>
        <a:xfrm>
          <a:off x="334403" y="3393984"/>
          <a:ext cx="955560" cy="95556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448F4A-6F02-4BF6-A0A0-165DC245E5CF}">
      <dsp:nvSpPr>
        <dsp:cNvPr id="0" name=""/>
        <dsp:cNvSpPr/>
      </dsp:nvSpPr>
      <dsp:spPr>
        <a:xfrm>
          <a:off x="535070" y="3594652"/>
          <a:ext cx="554225" cy="55422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2FD100-3E8C-407A-A4DC-DFA405C99232}">
      <dsp:nvSpPr>
        <dsp:cNvPr id="0" name=""/>
        <dsp:cNvSpPr/>
      </dsp:nvSpPr>
      <dsp:spPr>
        <a:xfrm>
          <a:off x="1494726" y="3393984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Built a scalable backend with authentication, payments &amp; cloud storage</a:t>
          </a:r>
        </a:p>
      </dsp:txBody>
      <dsp:txXfrm>
        <a:off x="1494726" y="3393984"/>
        <a:ext cx="2252392" cy="9555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DAA9DC-1A98-4BE2-8C14-71C7336A148B}">
      <dsp:nvSpPr>
        <dsp:cNvPr id="0" name=""/>
        <dsp:cNvSpPr/>
      </dsp:nvSpPr>
      <dsp:spPr>
        <a:xfrm>
          <a:off x="0" y="3535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B9E7C6-B3E7-4DAA-A243-455377D8092D}">
      <dsp:nvSpPr>
        <dsp:cNvPr id="0" name=""/>
        <dsp:cNvSpPr/>
      </dsp:nvSpPr>
      <dsp:spPr>
        <a:xfrm>
          <a:off x="227827" y="172994"/>
          <a:ext cx="414231" cy="4142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F944E4-3701-4DD3-8C8A-408D14E4A324}">
      <dsp:nvSpPr>
        <dsp:cNvPr id="0" name=""/>
        <dsp:cNvSpPr/>
      </dsp:nvSpPr>
      <dsp:spPr>
        <a:xfrm>
          <a:off x="869886" y="3535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AI-powered swing analysis &amp; gesture recognition</a:t>
          </a:r>
        </a:p>
      </dsp:txBody>
      <dsp:txXfrm>
        <a:off x="869886" y="3535"/>
        <a:ext cx="7359713" cy="753148"/>
      </dsp:txXfrm>
    </dsp:sp>
    <dsp:sp modelId="{10445D3B-9812-4A25-B67F-4CA9951ACD43}">
      <dsp:nvSpPr>
        <dsp:cNvPr id="0" name=""/>
        <dsp:cNvSpPr/>
      </dsp:nvSpPr>
      <dsp:spPr>
        <a:xfrm>
          <a:off x="0" y="944971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24ABAA-9693-4B21-A12D-5A0F5ABF1F0D}">
      <dsp:nvSpPr>
        <dsp:cNvPr id="0" name=""/>
        <dsp:cNvSpPr/>
      </dsp:nvSpPr>
      <dsp:spPr>
        <a:xfrm>
          <a:off x="227827" y="1114429"/>
          <a:ext cx="414231" cy="4142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E17F43-D50A-40E1-B2CE-F305D810CFBE}">
      <dsp:nvSpPr>
        <dsp:cNvPr id="0" name=""/>
        <dsp:cNvSpPr/>
      </dsp:nvSpPr>
      <dsp:spPr>
        <a:xfrm>
          <a:off x="869886" y="944971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Multi-camera recordings with side-by-side comparisons</a:t>
          </a:r>
        </a:p>
      </dsp:txBody>
      <dsp:txXfrm>
        <a:off x="869886" y="944971"/>
        <a:ext cx="7359713" cy="753148"/>
      </dsp:txXfrm>
    </dsp:sp>
    <dsp:sp modelId="{2B18E1A3-4010-419D-A1D3-BF1969BFD3FB}">
      <dsp:nvSpPr>
        <dsp:cNvPr id="0" name=""/>
        <dsp:cNvSpPr/>
      </dsp:nvSpPr>
      <dsp:spPr>
        <a:xfrm>
          <a:off x="0" y="1886407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E821C-3FB2-41BA-9974-B0931F594622}">
      <dsp:nvSpPr>
        <dsp:cNvPr id="0" name=""/>
        <dsp:cNvSpPr/>
      </dsp:nvSpPr>
      <dsp:spPr>
        <a:xfrm>
          <a:off x="227827" y="2055865"/>
          <a:ext cx="414231" cy="4142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378954-D1A6-4F25-B433-85C323265106}">
      <dsp:nvSpPr>
        <dsp:cNvPr id="0" name=""/>
        <dsp:cNvSpPr/>
      </dsp:nvSpPr>
      <dsp:spPr>
        <a:xfrm>
          <a:off x="869886" y="1886407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Secure backend with subscription management &amp; cloud sync</a:t>
          </a:r>
        </a:p>
      </dsp:txBody>
      <dsp:txXfrm>
        <a:off x="869886" y="1886407"/>
        <a:ext cx="7359713" cy="753148"/>
      </dsp:txXfrm>
    </dsp:sp>
    <dsp:sp modelId="{16E03CA0-5D40-4BE4-B68F-18AA753FAA9E}">
      <dsp:nvSpPr>
        <dsp:cNvPr id="0" name=""/>
        <dsp:cNvSpPr/>
      </dsp:nvSpPr>
      <dsp:spPr>
        <a:xfrm>
          <a:off x="0" y="2827842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66992D-370E-4A1D-AD19-49D699A8CAA4}">
      <dsp:nvSpPr>
        <dsp:cNvPr id="0" name=""/>
        <dsp:cNvSpPr/>
      </dsp:nvSpPr>
      <dsp:spPr>
        <a:xfrm>
          <a:off x="227827" y="2997301"/>
          <a:ext cx="414231" cy="4142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5636DA-DA77-4629-A003-23E765D2ECA7}">
      <dsp:nvSpPr>
        <dsp:cNvPr id="0" name=""/>
        <dsp:cNvSpPr/>
      </dsp:nvSpPr>
      <dsp:spPr>
        <a:xfrm>
          <a:off x="869886" y="2827842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Seamless, low-latency device pairing &amp; video streaming</a:t>
          </a:r>
        </a:p>
      </dsp:txBody>
      <dsp:txXfrm>
        <a:off x="869886" y="2827842"/>
        <a:ext cx="7359713" cy="753148"/>
      </dsp:txXfrm>
    </dsp:sp>
    <dsp:sp modelId="{74E7B71C-3FC4-41A2-B2F4-B7CE84588144}">
      <dsp:nvSpPr>
        <dsp:cNvPr id="0" name=""/>
        <dsp:cNvSpPr/>
      </dsp:nvSpPr>
      <dsp:spPr>
        <a:xfrm>
          <a:off x="0" y="3769278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A21E66-E3AE-4E0F-B9F2-211BE7EBC6EA}">
      <dsp:nvSpPr>
        <dsp:cNvPr id="0" name=""/>
        <dsp:cNvSpPr/>
      </dsp:nvSpPr>
      <dsp:spPr>
        <a:xfrm>
          <a:off x="227827" y="3938736"/>
          <a:ext cx="414231" cy="41423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FA3E65-609C-47AB-9619-2D1973167751}">
      <dsp:nvSpPr>
        <dsp:cNvPr id="0" name=""/>
        <dsp:cNvSpPr/>
      </dsp:nvSpPr>
      <dsp:spPr>
        <a:xfrm>
          <a:off x="869886" y="3769278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Modern, user-friendly interface</a:t>
          </a:r>
        </a:p>
      </dsp:txBody>
      <dsp:txXfrm>
        <a:off x="869886" y="3769278"/>
        <a:ext cx="7359713" cy="7531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303EC3-0BF5-43D5-957D-CF37FDF21776}">
      <dsp:nvSpPr>
        <dsp:cNvPr id="0" name=""/>
        <dsp:cNvSpPr/>
      </dsp:nvSpPr>
      <dsp:spPr>
        <a:xfrm>
          <a:off x="4458438" y="32354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Successful App Store launch with glowing reviews</a:t>
          </a:r>
        </a:p>
      </dsp:txBody>
      <dsp:txXfrm>
        <a:off x="4458438" y="32354"/>
        <a:ext cx="1076334" cy="1076334"/>
      </dsp:txXfrm>
    </dsp:sp>
    <dsp:sp modelId="{2C4F6A6B-5B33-4AE0-9D55-C371CCB1FAF1}">
      <dsp:nvSpPr>
        <dsp:cNvPr id="0" name=""/>
        <dsp:cNvSpPr/>
      </dsp:nvSpPr>
      <dsp:spPr>
        <a:xfrm>
          <a:off x="1924069" y="922"/>
          <a:ext cx="4038561" cy="4038561"/>
        </a:xfrm>
        <a:prstGeom prst="circularArrow">
          <a:avLst>
            <a:gd name="adj1" fmla="val 5197"/>
            <a:gd name="adj2" fmla="val 335685"/>
            <a:gd name="adj3" fmla="val 21294171"/>
            <a:gd name="adj4" fmla="val 19765425"/>
            <a:gd name="adj5" fmla="val 6063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4188F4-D452-4BCE-B6FC-74D58BA996B8}">
      <dsp:nvSpPr>
        <dsp:cNvPr id="0" name=""/>
        <dsp:cNvSpPr/>
      </dsp:nvSpPr>
      <dsp:spPr>
        <a:xfrm>
          <a:off x="5109385" y="2035765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Adopted by both amateur &amp; pro golfers worldwide</a:t>
          </a:r>
        </a:p>
      </dsp:txBody>
      <dsp:txXfrm>
        <a:off x="5109385" y="2035765"/>
        <a:ext cx="1076334" cy="1076334"/>
      </dsp:txXfrm>
    </dsp:sp>
    <dsp:sp modelId="{2C209FFB-7E6B-49BE-BDFA-4BC853C8D299}">
      <dsp:nvSpPr>
        <dsp:cNvPr id="0" name=""/>
        <dsp:cNvSpPr/>
      </dsp:nvSpPr>
      <dsp:spPr>
        <a:xfrm>
          <a:off x="1924069" y="922"/>
          <a:ext cx="4038561" cy="4038561"/>
        </a:xfrm>
        <a:prstGeom prst="circularArrow">
          <a:avLst>
            <a:gd name="adj1" fmla="val 5197"/>
            <a:gd name="adj2" fmla="val 335685"/>
            <a:gd name="adj3" fmla="val 4015661"/>
            <a:gd name="adj4" fmla="val 2252548"/>
            <a:gd name="adj5" fmla="val 6063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1E33F3-12AD-4D18-9858-03250B7D0063}">
      <dsp:nvSpPr>
        <dsp:cNvPr id="0" name=""/>
        <dsp:cNvSpPr/>
      </dsp:nvSpPr>
      <dsp:spPr>
        <a:xfrm>
          <a:off x="3405182" y="3273941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Higher retention thanks to smooth UX &amp; AI tools</a:t>
          </a:r>
        </a:p>
      </dsp:txBody>
      <dsp:txXfrm>
        <a:off x="3405182" y="3273941"/>
        <a:ext cx="1076334" cy="1076334"/>
      </dsp:txXfrm>
    </dsp:sp>
    <dsp:sp modelId="{BBAD6D1C-C0CD-474A-A7CA-C71972C6AAC3}">
      <dsp:nvSpPr>
        <dsp:cNvPr id="0" name=""/>
        <dsp:cNvSpPr/>
      </dsp:nvSpPr>
      <dsp:spPr>
        <a:xfrm>
          <a:off x="1924069" y="922"/>
          <a:ext cx="4038561" cy="4038561"/>
        </a:xfrm>
        <a:prstGeom prst="circularArrow">
          <a:avLst>
            <a:gd name="adj1" fmla="val 5197"/>
            <a:gd name="adj2" fmla="val 335685"/>
            <a:gd name="adj3" fmla="val 8211767"/>
            <a:gd name="adj4" fmla="val 6448654"/>
            <a:gd name="adj5" fmla="val 6063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0081C3-9573-475E-8DEA-A5E4FE4C5551}">
      <dsp:nvSpPr>
        <dsp:cNvPr id="0" name=""/>
        <dsp:cNvSpPr/>
      </dsp:nvSpPr>
      <dsp:spPr>
        <a:xfrm>
          <a:off x="1700979" y="2035765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Future-proof backend enabled scalability &amp; monetization</a:t>
          </a:r>
        </a:p>
      </dsp:txBody>
      <dsp:txXfrm>
        <a:off x="1700979" y="2035765"/>
        <a:ext cx="1076334" cy="1076334"/>
      </dsp:txXfrm>
    </dsp:sp>
    <dsp:sp modelId="{BE8327CA-9E1E-481A-97BD-B318BD04DDDD}">
      <dsp:nvSpPr>
        <dsp:cNvPr id="0" name=""/>
        <dsp:cNvSpPr/>
      </dsp:nvSpPr>
      <dsp:spPr>
        <a:xfrm>
          <a:off x="1924069" y="922"/>
          <a:ext cx="4038561" cy="4038561"/>
        </a:xfrm>
        <a:prstGeom prst="circularArrow">
          <a:avLst>
            <a:gd name="adj1" fmla="val 5197"/>
            <a:gd name="adj2" fmla="val 335685"/>
            <a:gd name="adj3" fmla="val 12298890"/>
            <a:gd name="adj4" fmla="val 10770144"/>
            <a:gd name="adj5" fmla="val 6063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9F6FF1-B4B8-4607-B2A6-B874AA90D70A}">
      <dsp:nvSpPr>
        <dsp:cNvPr id="0" name=""/>
        <dsp:cNvSpPr/>
      </dsp:nvSpPr>
      <dsp:spPr>
        <a:xfrm>
          <a:off x="2351927" y="32354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Strengthened Mirror Vision’s leadership in golf coaching technology</a:t>
          </a:r>
        </a:p>
      </dsp:txBody>
      <dsp:txXfrm>
        <a:off x="2351927" y="32354"/>
        <a:ext cx="1076334" cy="1076334"/>
      </dsp:txXfrm>
    </dsp:sp>
    <dsp:sp modelId="{63CAD90F-BA5F-4FB0-AFF7-EA2CE4847ECD}">
      <dsp:nvSpPr>
        <dsp:cNvPr id="0" name=""/>
        <dsp:cNvSpPr/>
      </dsp:nvSpPr>
      <dsp:spPr>
        <a:xfrm>
          <a:off x="1924069" y="922"/>
          <a:ext cx="4038561" cy="4038561"/>
        </a:xfrm>
        <a:prstGeom prst="circularArrow">
          <a:avLst>
            <a:gd name="adj1" fmla="val 5197"/>
            <a:gd name="adj2" fmla="val 335685"/>
            <a:gd name="adj3" fmla="val 16866646"/>
            <a:gd name="adj4" fmla="val 15197669"/>
            <a:gd name="adj5" fmla="val 6063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Why Mirror Vision Chose Us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17742A-C702-D5A6-65DA-2985E73E9F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8529922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Problems &amp; 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6E92A9-252F-A9BD-9C21-776FB728F7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4514707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US" sz="4500"/>
              <a:t>Our Solution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BCF292-304F-7C0E-A0F7-1F7B30CC61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9477535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00374F-29B0-5C2A-DE09-AC0398EF01B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US" sz="4500"/>
              <a:t>Results &amp; Impact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696380-60BB-C711-47BE-1D1E379348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1806519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231</Words>
  <Application>Microsoft Office PowerPoint</Application>
  <PresentationFormat>On-screen Show (4:3)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Why Mirror Vision Chose Us</vt:lpstr>
      <vt:lpstr>Problems &amp; Challenges</vt:lpstr>
      <vt:lpstr>Our Solution</vt:lpstr>
      <vt:lpstr>Key Features</vt:lpstr>
      <vt:lpstr>Results &amp;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rizwa</dc:creator>
  <cp:keywords/>
  <dc:description>generated using python-pptx</dc:description>
  <cp:lastModifiedBy>rizwan.majeed@athenasol.ai</cp:lastModifiedBy>
  <cp:revision>9</cp:revision>
  <dcterms:created xsi:type="dcterms:W3CDTF">2013-01-27T09:14:16Z</dcterms:created>
  <dcterms:modified xsi:type="dcterms:W3CDTF">2025-08-27T16:29:16Z</dcterms:modified>
  <cp:category/>
</cp:coreProperties>
</file>