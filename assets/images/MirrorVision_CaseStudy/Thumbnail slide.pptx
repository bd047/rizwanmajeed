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9" d="100"/>
          <a:sy n="79" d="100"/>
        </p:scale>
        <p:origin x="1570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 descr="Golf ball on grass">
            <a:extLst>
              <a:ext uri="{FF2B5EF4-FFF2-40B4-BE49-F238E27FC236}">
                <a16:creationId xmlns:a16="http://schemas.microsoft.com/office/drawing/2014/main" id="{69CD277B-FAF5-0432-BA89-B6EA34693E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278" r="3100" b="-1"/>
          <a:stretch>
            <a:fillRect/>
          </a:stretch>
        </p:blipFill>
        <p:spPr>
          <a:xfrm>
            <a:off x="20" y="-7619"/>
            <a:ext cx="9143979" cy="6887364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620"/>
            <a:ext cx="4174944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08502" y="1500874"/>
            <a:ext cx="6887365" cy="3870356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48"/>
            <a:ext cx="1559634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5780082" y="3068761"/>
            <a:ext cx="3378495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6580917" y="-6485"/>
            <a:ext cx="257037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738276" y="464574"/>
            <a:ext cx="3682024" cy="9158579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4" y="-7639"/>
            <a:ext cx="3659866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F77990-4095-D63B-7704-132240CDA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271" y="2155188"/>
            <a:ext cx="3120174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>
                <a:solidFill>
                  <a:srgbClr val="FFFFFF"/>
                </a:solidFill>
              </a:rPr>
              <a:t>Rebuilding Mirror Vision: AI-Powered Golf Coaching iOS Application</a:t>
            </a:r>
          </a:p>
        </p:txBody>
      </p:sp>
    </p:spTree>
    <p:extLst>
      <p:ext uri="{BB962C8B-B14F-4D97-AF65-F5344CB8AC3E}">
        <p14:creationId xmlns:p14="http://schemas.microsoft.com/office/powerpoint/2010/main" val="520924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9</Words>
  <Application>Microsoft Office PowerPoint</Application>
  <PresentationFormat>On-screen Show (4:3)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Rebuilding Mirror Vision: AI-Powered Golf Coaching iOS Application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rizwan.majeed@athenasol.ai</cp:lastModifiedBy>
  <cp:revision>3</cp:revision>
  <dcterms:created xsi:type="dcterms:W3CDTF">2013-01-27T09:14:16Z</dcterms:created>
  <dcterms:modified xsi:type="dcterms:W3CDTF">2025-08-27T16:29:22Z</dcterms:modified>
  <cp:category/>
</cp:coreProperties>
</file>