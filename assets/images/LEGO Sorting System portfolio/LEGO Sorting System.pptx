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CE6BC3-BA0B-42C9-A9BE-940D230B57B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C2B9AD-BDF8-445D-AEAD-E05820B8368C}">
      <dgm:prSet/>
      <dgm:spPr/>
      <dgm:t>
        <a:bodyPr/>
        <a:lstStyle/>
        <a:p>
          <a:r>
            <a:rPr lang="en-US"/>
            <a:t>Manual LEGO sorting is </a:t>
          </a:r>
          <a:r>
            <a:rPr lang="en-US" b="1"/>
            <a:t>slow, costly, and error-prone</a:t>
          </a:r>
          <a:r>
            <a:rPr lang="en-US"/>
            <a:t>.</a:t>
          </a:r>
        </a:p>
      </dgm:t>
    </dgm:pt>
    <dgm:pt modelId="{019D0824-7BD6-43A1-A819-CAA19E986EFD}" type="parTrans" cxnId="{C2BEC713-3757-4FF7-B881-52956E289867}">
      <dgm:prSet/>
      <dgm:spPr/>
      <dgm:t>
        <a:bodyPr/>
        <a:lstStyle/>
        <a:p>
          <a:endParaRPr lang="en-US"/>
        </a:p>
      </dgm:t>
    </dgm:pt>
    <dgm:pt modelId="{D589A08D-A2CC-40AE-9A7C-F3FC28585FEB}" type="sibTrans" cxnId="{C2BEC713-3757-4FF7-B881-52956E289867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E952D6C0-C28B-4087-A99D-D24A7BA3EB46}">
      <dgm:prSet/>
      <dgm:spPr/>
      <dgm:t>
        <a:bodyPr/>
        <a:lstStyle/>
        <a:p>
          <a:r>
            <a:rPr lang="en-US"/>
            <a:t>Commercial sorters lack </a:t>
          </a:r>
          <a:r>
            <a:rPr lang="en-US" b="1"/>
            <a:t>precision</a:t>
          </a:r>
          <a:r>
            <a:rPr lang="en-US"/>
            <a:t> for 300+ part types and colors.</a:t>
          </a:r>
        </a:p>
      </dgm:t>
    </dgm:pt>
    <dgm:pt modelId="{099B63D8-68A8-42ED-9C4B-B98C6466CC04}" type="parTrans" cxnId="{2E5CFA53-27BA-44FB-B155-6F5AC2333A65}">
      <dgm:prSet/>
      <dgm:spPr/>
      <dgm:t>
        <a:bodyPr/>
        <a:lstStyle/>
        <a:p>
          <a:endParaRPr lang="en-US"/>
        </a:p>
      </dgm:t>
    </dgm:pt>
    <dgm:pt modelId="{1ED726F2-278F-4343-AAD4-58BF3267DC88}" type="sibTrans" cxnId="{2E5CFA53-27BA-44FB-B155-6F5AC2333A65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52922482-6BEC-4B7D-A51A-0ACC40689CDC}">
      <dgm:prSet/>
      <dgm:spPr/>
      <dgm:t>
        <a:bodyPr/>
        <a:lstStyle/>
        <a:p>
          <a:r>
            <a:rPr lang="en-US"/>
            <a:t>Cloud-based systems not viable → needed </a:t>
          </a:r>
          <a:r>
            <a:rPr lang="en-US" b="1"/>
            <a:t>edge-only deployment</a:t>
          </a:r>
          <a:r>
            <a:rPr lang="en-US"/>
            <a:t>.</a:t>
          </a:r>
        </a:p>
      </dgm:t>
    </dgm:pt>
    <dgm:pt modelId="{437B3036-DB12-44E0-9521-D6DE56E571B7}" type="parTrans" cxnId="{8847EA49-4653-46BE-B1F2-701903A058FC}">
      <dgm:prSet/>
      <dgm:spPr/>
      <dgm:t>
        <a:bodyPr/>
        <a:lstStyle/>
        <a:p>
          <a:endParaRPr lang="en-US"/>
        </a:p>
      </dgm:t>
    </dgm:pt>
    <dgm:pt modelId="{748873ED-151C-47E6-A4EF-22D6224600C4}" type="sibTrans" cxnId="{8847EA49-4653-46BE-B1F2-701903A058FC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B15CA0D1-BB9F-4790-92B3-18DBC1D45A97}">
      <dgm:prSet/>
      <dgm:spPr/>
      <dgm:t>
        <a:bodyPr/>
        <a:lstStyle/>
        <a:p>
          <a:r>
            <a:rPr lang="en-US"/>
            <a:t>Real-time sorting required </a:t>
          </a:r>
          <a:r>
            <a:rPr lang="en-US" b="1"/>
            <a:t>tight PLC hardware integration</a:t>
          </a:r>
          <a:r>
            <a:rPr lang="en-US"/>
            <a:t>.</a:t>
          </a:r>
        </a:p>
      </dgm:t>
    </dgm:pt>
    <dgm:pt modelId="{BEA9210D-6B16-4855-B06B-44F3C59C1AD8}" type="parTrans" cxnId="{DB816DBD-A451-4992-8590-5AC1E4255CA9}">
      <dgm:prSet/>
      <dgm:spPr/>
      <dgm:t>
        <a:bodyPr/>
        <a:lstStyle/>
        <a:p>
          <a:endParaRPr lang="en-US"/>
        </a:p>
      </dgm:t>
    </dgm:pt>
    <dgm:pt modelId="{A6C35262-5856-4B65-9E39-3BA036E608E7}" type="sibTrans" cxnId="{DB816DBD-A451-4992-8590-5AC1E4255CA9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61EF77CD-9B37-47DF-B614-6299AD70AD82}" type="pres">
      <dgm:prSet presAssocID="{35CE6BC3-BA0B-42C9-A9BE-940D230B57B8}" presName="Name0" presStyleCnt="0">
        <dgm:presLayoutVars>
          <dgm:animLvl val="lvl"/>
          <dgm:resizeHandles val="exact"/>
        </dgm:presLayoutVars>
      </dgm:prSet>
      <dgm:spPr/>
    </dgm:pt>
    <dgm:pt modelId="{AC8EE8A3-0E59-447A-A53B-A39C80F200F2}" type="pres">
      <dgm:prSet presAssocID="{ABC2B9AD-BDF8-445D-AEAD-E05820B8368C}" presName="compositeNode" presStyleCnt="0">
        <dgm:presLayoutVars>
          <dgm:bulletEnabled val="1"/>
        </dgm:presLayoutVars>
      </dgm:prSet>
      <dgm:spPr/>
    </dgm:pt>
    <dgm:pt modelId="{B671F8B1-70B9-4ACF-81D8-972DC90E21D5}" type="pres">
      <dgm:prSet presAssocID="{ABC2B9AD-BDF8-445D-AEAD-E05820B8368C}" presName="bgRect" presStyleLbl="bgAccFollowNode1" presStyleIdx="0" presStyleCnt="4"/>
      <dgm:spPr/>
    </dgm:pt>
    <dgm:pt modelId="{4FDD45AB-F486-429F-90ED-B9F3C0D432CC}" type="pres">
      <dgm:prSet presAssocID="{D589A08D-A2CC-40AE-9A7C-F3FC28585FEB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4F5DC226-640E-48EA-AF74-DDB3C1AB153C}" type="pres">
      <dgm:prSet presAssocID="{ABC2B9AD-BDF8-445D-AEAD-E05820B8368C}" presName="bottomLine" presStyleLbl="alignNode1" presStyleIdx="1" presStyleCnt="8">
        <dgm:presLayoutVars/>
      </dgm:prSet>
      <dgm:spPr/>
    </dgm:pt>
    <dgm:pt modelId="{858D169B-F020-431A-94A3-3B3338C9F858}" type="pres">
      <dgm:prSet presAssocID="{ABC2B9AD-BDF8-445D-AEAD-E05820B8368C}" presName="nodeText" presStyleLbl="bgAccFollowNode1" presStyleIdx="0" presStyleCnt="4">
        <dgm:presLayoutVars>
          <dgm:bulletEnabled val="1"/>
        </dgm:presLayoutVars>
      </dgm:prSet>
      <dgm:spPr/>
    </dgm:pt>
    <dgm:pt modelId="{3731D28D-7DA0-43BC-9730-FF6C2222380B}" type="pres">
      <dgm:prSet presAssocID="{D589A08D-A2CC-40AE-9A7C-F3FC28585FEB}" presName="sibTrans" presStyleCnt="0"/>
      <dgm:spPr/>
    </dgm:pt>
    <dgm:pt modelId="{2A53B2D8-D9BE-4BC1-BB24-3E740766C3CB}" type="pres">
      <dgm:prSet presAssocID="{E952D6C0-C28B-4087-A99D-D24A7BA3EB46}" presName="compositeNode" presStyleCnt="0">
        <dgm:presLayoutVars>
          <dgm:bulletEnabled val="1"/>
        </dgm:presLayoutVars>
      </dgm:prSet>
      <dgm:spPr/>
    </dgm:pt>
    <dgm:pt modelId="{012B3C50-40A6-4594-8F93-1327B7CD79D2}" type="pres">
      <dgm:prSet presAssocID="{E952D6C0-C28B-4087-A99D-D24A7BA3EB46}" presName="bgRect" presStyleLbl="bgAccFollowNode1" presStyleIdx="1" presStyleCnt="4"/>
      <dgm:spPr/>
    </dgm:pt>
    <dgm:pt modelId="{075F445F-0DAE-4871-B1AD-D99DC0E7144D}" type="pres">
      <dgm:prSet presAssocID="{1ED726F2-278F-4343-AAD4-58BF3267DC88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A57352BF-7B96-4E69-86E4-E957D8D6342A}" type="pres">
      <dgm:prSet presAssocID="{E952D6C0-C28B-4087-A99D-D24A7BA3EB46}" presName="bottomLine" presStyleLbl="alignNode1" presStyleIdx="3" presStyleCnt="8">
        <dgm:presLayoutVars/>
      </dgm:prSet>
      <dgm:spPr/>
    </dgm:pt>
    <dgm:pt modelId="{8F7CAD8B-0D70-4E3B-B644-1881A8B4B592}" type="pres">
      <dgm:prSet presAssocID="{E952D6C0-C28B-4087-A99D-D24A7BA3EB46}" presName="nodeText" presStyleLbl="bgAccFollowNode1" presStyleIdx="1" presStyleCnt="4">
        <dgm:presLayoutVars>
          <dgm:bulletEnabled val="1"/>
        </dgm:presLayoutVars>
      </dgm:prSet>
      <dgm:spPr/>
    </dgm:pt>
    <dgm:pt modelId="{DBDD4447-A596-4DA1-B2A4-703A36BBE2A8}" type="pres">
      <dgm:prSet presAssocID="{1ED726F2-278F-4343-AAD4-58BF3267DC88}" presName="sibTrans" presStyleCnt="0"/>
      <dgm:spPr/>
    </dgm:pt>
    <dgm:pt modelId="{646A52AE-1942-4534-A804-A2E021693822}" type="pres">
      <dgm:prSet presAssocID="{52922482-6BEC-4B7D-A51A-0ACC40689CDC}" presName="compositeNode" presStyleCnt="0">
        <dgm:presLayoutVars>
          <dgm:bulletEnabled val="1"/>
        </dgm:presLayoutVars>
      </dgm:prSet>
      <dgm:spPr/>
    </dgm:pt>
    <dgm:pt modelId="{FBA83AE3-EC02-45D7-B1EF-417C6A8CD949}" type="pres">
      <dgm:prSet presAssocID="{52922482-6BEC-4B7D-A51A-0ACC40689CDC}" presName="bgRect" presStyleLbl="bgAccFollowNode1" presStyleIdx="2" presStyleCnt="4"/>
      <dgm:spPr/>
    </dgm:pt>
    <dgm:pt modelId="{019035F3-774B-44A9-AD81-BF99998B5717}" type="pres">
      <dgm:prSet presAssocID="{748873ED-151C-47E6-A4EF-22D6224600C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5D44B560-32C2-4D61-B5EA-B3AB3D878556}" type="pres">
      <dgm:prSet presAssocID="{52922482-6BEC-4B7D-A51A-0ACC40689CDC}" presName="bottomLine" presStyleLbl="alignNode1" presStyleIdx="5" presStyleCnt="8">
        <dgm:presLayoutVars/>
      </dgm:prSet>
      <dgm:spPr/>
    </dgm:pt>
    <dgm:pt modelId="{A69149BE-A334-45F3-A706-0DFB61FBE614}" type="pres">
      <dgm:prSet presAssocID="{52922482-6BEC-4B7D-A51A-0ACC40689CDC}" presName="nodeText" presStyleLbl="bgAccFollowNode1" presStyleIdx="2" presStyleCnt="4">
        <dgm:presLayoutVars>
          <dgm:bulletEnabled val="1"/>
        </dgm:presLayoutVars>
      </dgm:prSet>
      <dgm:spPr/>
    </dgm:pt>
    <dgm:pt modelId="{DC65A1A3-D654-4A46-996D-A146A68B1714}" type="pres">
      <dgm:prSet presAssocID="{748873ED-151C-47E6-A4EF-22D6224600C4}" presName="sibTrans" presStyleCnt="0"/>
      <dgm:spPr/>
    </dgm:pt>
    <dgm:pt modelId="{4580072A-7348-409B-BA36-B0216FC4237F}" type="pres">
      <dgm:prSet presAssocID="{B15CA0D1-BB9F-4790-92B3-18DBC1D45A97}" presName="compositeNode" presStyleCnt="0">
        <dgm:presLayoutVars>
          <dgm:bulletEnabled val="1"/>
        </dgm:presLayoutVars>
      </dgm:prSet>
      <dgm:spPr/>
    </dgm:pt>
    <dgm:pt modelId="{6A0BC73D-540A-4F80-BE89-A04F1CBFBBC9}" type="pres">
      <dgm:prSet presAssocID="{B15CA0D1-BB9F-4790-92B3-18DBC1D45A97}" presName="bgRect" presStyleLbl="bgAccFollowNode1" presStyleIdx="3" presStyleCnt="4"/>
      <dgm:spPr/>
    </dgm:pt>
    <dgm:pt modelId="{BCBB3421-D3AE-4E7F-AE3B-AB1B5E62F764}" type="pres">
      <dgm:prSet presAssocID="{A6C35262-5856-4B65-9E39-3BA036E608E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F0A29CA-C5AE-4AF1-838A-3783647E28CB}" type="pres">
      <dgm:prSet presAssocID="{B15CA0D1-BB9F-4790-92B3-18DBC1D45A97}" presName="bottomLine" presStyleLbl="alignNode1" presStyleIdx="7" presStyleCnt="8">
        <dgm:presLayoutVars/>
      </dgm:prSet>
      <dgm:spPr/>
    </dgm:pt>
    <dgm:pt modelId="{CA4367B3-43E7-4DEF-98C2-BB092DE2584D}" type="pres">
      <dgm:prSet presAssocID="{B15CA0D1-BB9F-4790-92B3-18DBC1D45A97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5EB14501-9D29-44DE-B73F-0EED413348FE}" type="presOf" srcId="{B15CA0D1-BB9F-4790-92B3-18DBC1D45A97}" destId="{CA4367B3-43E7-4DEF-98C2-BB092DE2584D}" srcOrd="1" destOrd="0" presId="urn:microsoft.com/office/officeart/2016/7/layout/BasicLinearProcessNumbered"/>
    <dgm:cxn modelId="{C2BEC713-3757-4FF7-B881-52956E289867}" srcId="{35CE6BC3-BA0B-42C9-A9BE-940D230B57B8}" destId="{ABC2B9AD-BDF8-445D-AEAD-E05820B8368C}" srcOrd="0" destOrd="0" parTransId="{019D0824-7BD6-43A1-A819-CAA19E986EFD}" sibTransId="{D589A08D-A2CC-40AE-9A7C-F3FC28585FEB}"/>
    <dgm:cxn modelId="{4AD5F714-0FB2-432A-AFCB-F92A55C44165}" type="presOf" srcId="{52922482-6BEC-4B7D-A51A-0ACC40689CDC}" destId="{FBA83AE3-EC02-45D7-B1EF-417C6A8CD949}" srcOrd="0" destOrd="0" presId="urn:microsoft.com/office/officeart/2016/7/layout/BasicLinearProcessNumbered"/>
    <dgm:cxn modelId="{25744F3B-7492-4173-8DA3-FD37E178C5C0}" type="presOf" srcId="{ABC2B9AD-BDF8-445D-AEAD-E05820B8368C}" destId="{858D169B-F020-431A-94A3-3B3338C9F858}" srcOrd="1" destOrd="0" presId="urn:microsoft.com/office/officeart/2016/7/layout/BasicLinearProcessNumbered"/>
    <dgm:cxn modelId="{E9E70748-C017-4732-A5EF-5C37348DB2E5}" type="presOf" srcId="{E952D6C0-C28B-4087-A99D-D24A7BA3EB46}" destId="{8F7CAD8B-0D70-4E3B-B644-1881A8B4B592}" srcOrd="1" destOrd="0" presId="urn:microsoft.com/office/officeart/2016/7/layout/BasicLinearProcessNumbered"/>
    <dgm:cxn modelId="{8847EA49-4653-46BE-B1F2-701903A058FC}" srcId="{35CE6BC3-BA0B-42C9-A9BE-940D230B57B8}" destId="{52922482-6BEC-4B7D-A51A-0ACC40689CDC}" srcOrd="2" destOrd="0" parTransId="{437B3036-DB12-44E0-9521-D6DE56E571B7}" sibTransId="{748873ED-151C-47E6-A4EF-22D6224600C4}"/>
    <dgm:cxn modelId="{2E5CFA53-27BA-44FB-B155-6F5AC2333A65}" srcId="{35CE6BC3-BA0B-42C9-A9BE-940D230B57B8}" destId="{E952D6C0-C28B-4087-A99D-D24A7BA3EB46}" srcOrd="1" destOrd="0" parTransId="{099B63D8-68A8-42ED-9C4B-B98C6466CC04}" sibTransId="{1ED726F2-278F-4343-AAD4-58BF3267DC88}"/>
    <dgm:cxn modelId="{AC3D5F94-CC6F-4FE0-A515-426CFDC28C75}" type="presOf" srcId="{1ED726F2-278F-4343-AAD4-58BF3267DC88}" destId="{075F445F-0DAE-4871-B1AD-D99DC0E7144D}" srcOrd="0" destOrd="0" presId="urn:microsoft.com/office/officeart/2016/7/layout/BasicLinearProcessNumbered"/>
    <dgm:cxn modelId="{42BC7F99-BF96-42B7-8D28-F6E50DCA180B}" type="presOf" srcId="{ABC2B9AD-BDF8-445D-AEAD-E05820B8368C}" destId="{B671F8B1-70B9-4ACF-81D8-972DC90E21D5}" srcOrd="0" destOrd="0" presId="urn:microsoft.com/office/officeart/2016/7/layout/BasicLinearProcessNumbered"/>
    <dgm:cxn modelId="{629D73A5-8894-4715-95EB-705B4050AB12}" type="presOf" srcId="{B15CA0D1-BB9F-4790-92B3-18DBC1D45A97}" destId="{6A0BC73D-540A-4F80-BE89-A04F1CBFBBC9}" srcOrd="0" destOrd="0" presId="urn:microsoft.com/office/officeart/2016/7/layout/BasicLinearProcessNumbered"/>
    <dgm:cxn modelId="{D184F4AE-736D-469C-B76F-9E9B2EEAC3BA}" type="presOf" srcId="{35CE6BC3-BA0B-42C9-A9BE-940D230B57B8}" destId="{61EF77CD-9B37-47DF-B614-6299AD70AD82}" srcOrd="0" destOrd="0" presId="urn:microsoft.com/office/officeart/2016/7/layout/BasicLinearProcessNumbered"/>
    <dgm:cxn modelId="{EB941EB5-8848-442D-8BAF-791ACFE78BFF}" type="presOf" srcId="{52922482-6BEC-4B7D-A51A-0ACC40689CDC}" destId="{A69149BE-A334-45F3-A706-0DFB61FBE614}" srcOrd="1" destOrd="0" presId="urn:microsoft.com/office/officeart/2016/7/layout/BasicLinearProcessNumbered"/>
    <dgm:cxn modelId="{0E0B55BB-8D94-4C42-9221-2105C57BD49F}" type="presOf" srcId="{748873ED-151C-47E6-A4EF-22D6224600C4}" destId="{019035F3-774B-44A9-AD81-BF99998B5717}" srcOrd="0" destOrd="0" presId="urn:microsoft.com/office/officeart/2016/7/layout/BasicLinearProcessNumbered"/>
    <dgm:cxn modelId="{DB816DBD-A451-4992-8590-5AC1E4255CA9}" srcId="{35CE6BC3-BA0B-42C9-A9BE-940D230B57B8}" destId="{B15CA0D1-BB9F-4790-92B3-18DBC1D45A97}" srcOrd="3" destOrd="0" parTransId="{BEA9210D-6B16-4855-B06B-44F3C59C1AD8}" sibTransId="{A6C35262-5856-4B65-9E39-3BA036E608E7}"/>
    <dgm:cxn modelId="{397E9ADC-FE3A-42C0-860C-0E89CE9853EA}" type="presOf" srcId="{A6C35262-5856-4B65-9E39-3BA036E608E7}" destId="{BCBB3421-D3AE-4E7F-AE3B-AB1B5E62F764}" srcOrd="0" destOrd="0" presId="urn:microsoft.com/office/officeart/2016/7/layout/BasicLinearProcessNumbered"/>
    <dgm:cxn modelId="{65CA19EF-A963-42E3-ACD3-1BB85AA377E5}" type="presOf" srcId="{D589A08D-A2CC-40AE-9A7C-F3FC28585FEB}" destId="{4FDD45AB-F486-429F-90ED-B9F3C0D432CC}" srcOrd="0" destOrd="0" presId="urn:microsoft.com/office/officeart/2016/7/layout/BasicLinearProcessNumbered"/>
    <dgm:cxn modelId="{BF32E9F0-D9F1-4014-86D8-98E2ED14D79B}" type="presOf" srcId="{E952D6C0-C28B-4087-A99D-D24A7BA3EB46}" destId="{012B3C50-40A6-4594-8F93-1327B7CD79D2}" srcOrd="0" destOrd="0" presId="urn:microsoft.com/office/officeart/2016/7/layout/BasicLinearProcessNumbered"/>
    <dgm:cxn modelId="{48B9A070-9A2E-4E9F-95D3-F430AA36166A}" type="presParOf" srcId="{61EF77CD-9B37-47DF-B614-6299AD70AD82}" destId="{AC8EE8A3-0E59-447A-A53B-A39C80F200F2}" srcOrd="0" destOrd="0" presId="urn:microsoft.com/office/officeart/2016/7/layout/BasicLinearProcessNumbered"/>
    <dgm:cxn modelId="{5849BBA4-16E8-4EF7-8A8A-636C190BBA61}" type="presParOf" srcId="{AC8EE8A3-0E59-447A-A53B-A39C80F200F2}" destId="{B671F8B1-70B9-4ACF-81D8-972DC90E21D5}" srcOrd="0" destOrd="0" presId="urn:microsoft.com/office/officeart/2016/7/layout/BasicLinearProcessNumbered"/>
    <dgm:cxn modelId="{BD1DD307-2F62-447F-B953-2180EBDD069B}" type="presParOf" srcId="{AC8EE8A3-0E59-447A-A53B-A39C80F200F2}" destId="{4FDD45AB-F486-429F-90ED-B9F3C0D432CC}" srcOrd="1" destOrd="0" presId="urn:microsoft.com/office/officeart/2016/7/layout/BasicLinearProcessNumbered"/>
    <dgm:cxn modelId="{1B85FE31-C120-48A8-9ED9-0A05391779CF}" type="presParOf" srcId="{AC8EE8A3-0E59-447A-A53B-A39C80F200F2}" destId="{4F5DC226-640E-48EA-AF74-DDB3C1AB153C}" srcOrd="2" destOrd="0" presId="urn:microsoft.com/office/officeart/2016/7/layout/BasicLinearProcessNumbered"/>
    <dgm:cxn modelId="{547B1B21-6D58-479A-BBBD-4067FAF91CEE}" type="presParOf" srcId="{AC8EE8A3-0E59-447A-A53B-A39C80F200F2}" destId="{858D169B-F020-431A-94A3-3B3338C9F858}" srcOrd="3" destOrd="0" presId="urn:microsoft.com/office/officeart/2016/7/layout/BasicLinearProcessNumbered"/>
    <dgm:cxn modelId="{55F6F7A3-1BD8-4D7F-86E7-83CB67A35462}" type="presParOf" srcId="{61EF77CD-9B37-47DF-B614-6299AD70AD82}" destId="{3731D28D-7DA0-43BC-9730-FF6C2222380B}" srcOrd="1" destOrd="0" presId="urn:microsoft.com/office/officeart/2016/7/layout/BasicLinearProcessNumbered"/>
    <dgm:cxn modelId="{C56E460F-5B50-4976-BFCB-DB25A21DE774}" type="presParOf" srcId="{61EF77CD-9B37-47DF-B614-6299AD70AD82}" destId="{2A53B2D8-D9BE-4BC1-BB24-3E740766C3CB}" srcOrd="2" destOrd="0" presId="urn:microsoft.com/office/officeart/2016/7/layout/BasicLinearProcessNumbered"/>
    <dgm:cxn modelId="{9B735FF5-5785-4F79-85C8-814B8FD450DD}" type="presParOf" srcId="{2A53B2D8-D9BE-4BC1-BB24-3E740766C3CB}" destId="{012B3C50-40A6-4594-8F93-1327B7CD79D2}" srcOrd="0" destOrd="0" presId="urn:microsoft.com/office/officeart/2016/7/layout/BasicLinearProcessNumbered"/>
    <dgm:cxn modelId="{287D4E02-D14F-4700-94A1-F3159A6FEDA4}" type="presParOf" srcId="{2A53B2D8-D9BE-4BC1-BB24-3E740766C3CB}" destId="{075F445F-0DAE-4871-B1AD-D99DC0E7144D}" srcOrd="1" destOrd="0" presId="urn:microsoft.com/office/officeart/2016/7/layout/BasicLinearProcessNumbered"/>
    <dgm:cxn modelId="{BCFAA201-579E-485F-89D2-B480E948D1F1}" type="presParOf" srcId="{2A53B2D8-D9BE-4BC1-BB24-3E740766C3CB}" destId="{A57352BF-7B96-4E69-86E4-E957D8D6342A}" srcOrd="2" destOrd="0" presId="urn:microsoft.com/office/officeart/2016/7/layout/BasicLinearProcessNumbered"/>
    <dgm:cxn modelId="{FB5A7F8E-F199-4061-A407-3E6B09D62437}" type="presParOf" srcId="{2A53B2D8-D9BE-4BC1-BB24-3E740766C3CB}" destId="{8F7CAD8B-0D70-4E3B-B644-1881A8B4B592}" srcOrd="3" destOrd="0" presId="urn:microsoft.com/office/officeart/2016/7/layout/BasicLinearProcessNumbered"/>
    <dgm:cxn modelId="{9342CE4C-22F9-4A58-94DA-5EC2CF570B16}" type="presParOf" srcId="{61EF77CD-9B37-47DF-B614-6299AD70AD82}" destId="{DBDD4447-A596-4DA1-B2A4-703A36BBE2A8}" srcOrd="3" destOrd="0" presId="urn:microsoft.com/office/officeart/2016/7/layout/BasicLinearProcessNumbered"/>
    <dgm:cxn modelId="{36CA37D9-54CD-4F7B-8E47-A5672AA1115F}" type="presParOf" srcId="{61EF77CD-9B37-47DF-B614-6299AD70AD82}" destId="{646A52AE-1942-4534-A804-A2E021693822}" srcOrd="4" destOrd="0" presId="urn:microsoft.com/office/officeart/2016/7/layout/BasicLinearProcessNumbered"/>
    <dgm:cxn modelId="{F52F95E2-786B-464C-A274-71ECC330BC55}" type="presParOf" srcId="{646A52AE-1942-4534-A804-A2E021693822}" destId="{FBA83AE3-EC02-45D7-B1EF-417C6A8CD949}" srcOrd="0" destOrd="0" presId="urn:microsoft.com/office/officeart/2016/7/layout/BasicLinearProcessNumbered"/>
    <dgm:cxn modelId="{2810583E-2822-4D01-BFAE-79014375EACD}" type="presParOf" srcId="{646A52AE-1942-4534-A804-A2E021693822}" destId="{019035F3-774B-44A9-AD81-BF99998B5717}" srcOrd="1" destOrd="0" presId="urn:microsoft.com/office/officeart/2016/7/layout/BasicLinearProcessNumbered"/>
    <dgm:cxn modelId="{5F29124E-E20A-4031-BDEF-90D80E798EE5}" type="presParOf" srcId="{646A52AE-1942-4534-A804-A2E021693822}" destId="{5D44B560-32C2-4D61-B5EA-B3AB3D878556}" srcOrd="2" destOrd="0" presId="urn:microsoft.com/office/officeart/2016/7/layout/BasicLinearProcessNumbered"/>
    <dgm:cxn modelId="{38D07CBC-6303-476C-BABA-F8809BA9AE02}" type="presParOf" srcId="{646A52AE-1942-4534-A804-A2E021693822}" destId="{A69149BE-A334-45F3-A706-0DFB61FBE614}" srcOrd="3" destOrd="0" presId="urn:microsoft.com/office/officeart/2016/7/layout/BasicLinearProcessNumbered"/>
    <dgm:cxn modelId="{26167EAC-4D49-4EAA-871F-33702FA51272}" type="presParOf" srcId="{61EF77CD-9B37-47DF-B614-6299AD70AD82}" destId="{DC65A1A3-D654-4A46-996D-A146A68B1714}" srcOrd="5" destOrd="0" presId="urn:microsoft.com/office/officeart/2016/7/layout/BasicLinearProcessNumbered"/>
    <dgm:cxn modelId="{54EC5650-D3F8-448D-8C1B-68873E846B96}" type="presParOf" srcId="{61EF77CD-9B37-47DF-B614-6299AD70AD82}" destId="{4580072A-7348-409B-BA36-B0216FC4237F}" srcOrd="6" destOrd="0" presId="urn:microsoft.com/office/officeart/2016/7/layout/BasicLinearProcessNumbered"/>
    <dgm:cxn modelId="{2A764B03-6630-4509-9C21-3D606B72EDBA}" type="presParOf" srcId="{4580072A-7348-409B-BA36-B0216FC4237F}" destId="{6A0BC73D-540A-4F80-BE89-A04F1CBFBBC9}" srcOrd="0" destOrd="0" presId="urn:microsoft.com/office/officeart/2016/7/layout/BasicLinearProcessNumbered"/>
    <dgm:cxn modelId="{59E47D9B-EB2B-4D23-8216-66B77302EA64}" type="presParOf" srcId="{4580072A-7348-409B-BA36-B0216FC4237F}" destId="{BCBB3421-D3AE-4E7F-AE3B-AB1B5E62F764}" srcOrd="1" destOrd="0" presId="urn:microsoft.com/office/officeart/2016/7/layout/BasicLinearProcessNumbered"/>
    <dgm:cxn modelId="{E9ED54D6-7C95-4E97-97FD-80D8DEAA2BE5}" type="presParOf" srcId="{4580072A-7348-409B-BA36-B0216FC4237F}" destId="{BF0A29CA-C5AE-4AF1-838A-3783647E28CB}" srcOrd="2" destOrd="0" presId="urn:microsoft.com/office/officeart/2016/7/layout/BasicLinearProcessNumbered"/>
    <dgm:cxn modelId="{45B3B5BC-B7A1-469C-BCD9-30A763FEF5ED}" type="presParOf" srcId="{4580072A-7348-409B-BA36-B0216FC4237F}" destId="{CA4367B3-43E7-4DEF-98C2-BB092DE2584D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3A9279-642F-40DC-B21A-CE4986DE6E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2C08629A-6AAE-49BE-A97E-5C59B59D32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a </a:t>
          </a:r>
          <a:r>
            <a:rPr lang="en-US" b="1"/>
            <a:t>real-time AI pipeline</a:t>
          </a:r>
          <a:r>
            <a:rPr lang="en-US"/>
            <a:t> on NVIDIA Jetson Orin NX.</a:t>
          </a:r>
        </a:p>
      </dgm:t>
    </dgm:pt>
    <dgm:pt modelId="{812E3CB0-F9D4-4F45-8FD3-ED6AC837188E}" type="parTrans" cxnId="{C0E4B570-D7D8-4545-94E8-9C1C9799E014}">
      <dgm:prSet/>
      <dgm:spPr/>
      <dgm:t>
        <a:bodyPr/>
        <a:lstStyle/>
        <a:p>
          <a:endParaRPr lang="en-US"/>
        </a:p>
      </dgm:t>
    </dgm:pt>
    <dgm:pt modelId="{64CCE5BF-E03A-4939-86A2-EF58AF32D0C0}" type="sibTrans" cxnId="{C0E4B570-D7D8-4545-94E8-9C1C9799E014}">
      <dgm:prSet/>
      <dgm:spPr/>
      <dgm:t>
        <a:bodyPr/>
        <a:lstStyle/>
        <a:p>
          <a:endParaRPr lang="en-US"/>
        </a:p>
      </dgm:t>
    </dgm:pt>
    <dgm:pt modelId="{AFF7FF57-1486-4F07-B7FC-5B3C9B2BEB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</a:t>
          </a:r>
          <a:r>
            <a:rPr lang="en-US" b="1"/>
            <a:t>YOLOv8 + TensorRT + DeepStream</a:t>
          </a:r>
          <a:r>
            <a:rPr lang="en-US"/>
            <a:t> for high-speed detection &amp; classification.</a:t>
          </a:r>
        </a:p>
      </dgm:t>
    </dgm:pt>
    <dgm:pt modelId="{547F5E82-9EF5-4999-8B17-9C7A6EC4EA9A}" type="parTrans" cxnId="{AD5595D4-CA02-4C60-8DA7-012BBBC53C28}">
      <dgm:prSet/>
      <dgm:spPr/>
      <dgm:t>
        <a:bodyPr/>
        <a:lstStyle/>
        <a:p>
          <a:endParaRPr lang="en-US"/>
        </a:p>
      </dgm:t>
    </dgm:pt>
    <dgm:pt modelId="{70051BB0-B0E2-4187-92A1-BDD7347E8ECD}" type="sibTrans" cxnId="{AD5595D4-CA02-4C60-8DA7-012BBBC53C28}">
      <dgm:prSet/>
      <dgm:spPr/>
      <dgm:t>
        <a:bodyPr/>
        <a:lstStyle/>
        <a:p>
          <a:endParaRPr lang="en-US"/>
        </a:p>
      </dgm:t>
    </dgm:pt>
    <dgm:pt modelId="{4A5483C3-4BB4-489E-9F56-4AF487A022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Designed </a:t>
          </a:r>
          <a:r>
            <a:rPr lang="en-US" b="1"/>
            <a:t>custom GStreamer pipeline</a:t>
          </a:r>
          <a:r>
            <a:rPr lang="en-US"/>
            <a:t> for stable, scalable throughput.</a:t>
          </a:r>
        </a:p>
      </dgm:t>
    </dgm:pt>
    <dgm:pt modelId="{2217365D-1731-4FFA-B352-E8F5E52B9EA0}" type="parTrans" cxnId="{A4A3394D-1DEB-4B81-A422-2DAD711AEF05}">
      <dgm:prSet/>
      <dgm:spPr/>
      <dgm:t>
        <a:bodyPr/>
        <a:lstStyle/>
        <a:p>
          <a:endParaRPr lang="en-US"/>
        </a:p>
      </dgm:t>
    </dgm:pt>
    <dgm:pt modelId="{399C19F8-58C9-42DA-B554-56B1EDCE287D}" type="sibTrans" cxnId="{A4A3394D-1DEB-4B81-A422-2DAD711AEF05}">
      <dgm:prSet/>
      <dgm:spPr/>
      <dgm:t>
        <a:bodyPr/>
        <a:lstStyle/>
        <a:p>
          <a:endParaRPr lang="en-US"/>
        </a:p>
      </dgm:t>
    </dgm:pt>
    <dgm:pt modelId="{7FAD96F7-6D32-426C-AAD3-E43DC88563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Integrated </a:t>
          </a:r>
          <a:r>
            <a:rPr lang="en-US" b="1"/>
            <a:t>PLC via Modbus</a:t>
          </a:r>
          <a:r>
            <a:rPr lang="en-US"/>
            <a:t> for reliable bin-sorting actuation (&lt;100 ms latency).</a:t>
          </a:r>
        </a:p>
      </dgm:t>
    </dgm:pt>
    <dgm:pt modelId="{D6B6CA88-4A04-492E-B0EF-815B90C24DDF}" type="parTrans" cxnId="{CA6441AC-6BEF-4028-ACAA-16BAC8AE7BB3}">
      <dgm:prSet/>
      <dgm:spPr/>
      <dgm:t>
        <a:bodyPr/>
        <a:lstStyle/>
        <a:p>
          <a:endParaRPr lang="en-US"/>
        </a:p>
      </dgm:t>
    </dgm:pt>
    <dgm:pt modelId="{8DF853E9-6A6C-4880-A9C6-C1BDAA8302D4}" type="sibTrans" cxnId="{CA6441AC-6BEF-4028-ACAA-16BAC8AE7BB3}">
      <dgm:prSet/>
      <dgm:spPr/>
      <dgm:t>
        <a:bodyPr/>
        <a:lstStyle/>
        <a:p>
          <a:endParaRPr lang="en-US"/>
        </a:p>
      </dgm:t>
    </dgm:pt>
    <dgm:pt modelId="{EC72540B-B63A-4522-B69E-259B91DEBE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 dataset pipelines → expand to new LEGO types without manual labeling.</a:t>
          </a:r>
        </a:p>
      </dgm:t>
    </dgm:pt>
    <dgm:pt modelId="{0F0FC33E-5C9D-4A5F-A891-43BB3B909020}" type="parTrans" cxnId="{9C1B025F-E2C3-4A99-BC00-C0C72C562A04}">
      <dgm:prSet/>
      <dgm:spPr/>
      <dgm:t>
        <a:bodyPr/>
        <a:lstStyle/>
        <a:p>
          <a:endParaRPr lang="en-US"/>
        </a:p>
      </dgm:t>
    </dgm:pt>
    <dgm:pt modelId="{FE6DC25D-735B-4F26-9096-0F3D12F3F808}" type="sibTrans" cxnId="{9C1B025F-E2C3-4A99-BC00-C0C72C562A04}">
      <dgm:prSet/>
      <dgm:spPr/>
      <dgm:t>
        <a:bodyPr/>
        <a:lstStyle/>
        <a:p>
          <a:endParaRPr lang="en-US"/>
        </a:p>
      </dgm:t>
    </dgm:pt>
    <dgm:pt modelId="{1B995ECA-BCDA-458E-BF5C-D5E68348B5F8}" type="pres">
      <dgm:prSet presAssocID="{353A9279-642F-40DC-B21A-CE4986DE6E85}" presName="root" presStyleCnt="0">
        <dgm:presLayoutVars>
          <dgm:dir/>
          <dgm:resizeHandles val="exact"/>
        </dgm:presLayoutVars>
      </dgm:prSet>
      <dgm:spPr/>
    </dgm:pt>
    <dgm:pt modelId="{F5CCFE84-5186-4FF0-A8D9-7BC8E6CCB35E}" type="pres">
      <dgm:prSet presAssocID="{2C08629A-6AAE-49BE-A97E-5C59B59D32CF}" presName="compNode" presStyleCnt="0"/>
      <dgm:spPr/>
    </dgm:pt>
    <dgm:pt modelId="{A5575449-1F70-4309-A2F2-B831D7720D4B}" type="pres">
      <dgm:prSet presAssocID="{2C08629A-6AAE-49BE-A97E-5C59B59D32CF}" presName="bgRect" presStyleLbl="bgShp" presStyleIdx="0" presStyleCnt="5"/>
      <dgm:spPr/>
    </dgm:pt>
    <dgm:pt modelId="{C7A2BBC4-B4E5-4AB7-AAFE-699552D04986}" type="pres">
      <dgm:prSet presAssocID="{2C08629A-6AAE-49BE-A97E-5C59B59D32C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7388827-7D81-42DE-B09E-C73FB307BFE6}" type="pres">
      <dgm:prSet presAssocID="{2C08629A-6AAE-49BE-A97E-5C59B59D32CF}" presName="spaceRect" presStyleCnt="0"/>
      <dgm:spPr/>
    </dgm:pt>
    <dgm:pt modelId="{16C6CE90-4D6F-44B6-8489-E2F71D051638}" type="pres">
      <dgm:prSet presAssocID="{2C08629A-6AAE-49BE-A97E-5C59B59D32CF}" presName="parTx" presStyleLbl="revTx" presStyleIdx="0" presStyleCnt="5">
        <dgm:presLayoutVars>
          <dgm:chMax val="0"/>
          <dgm:chPref val="0"/>
        </dgm:presLayoutVars>
      </dgm:prSet>
      <dgm:spPr/>
    </dgm:pt>
    <dgm:pt modelId="{3738B6B1-5A12-4F5F-9051-5C4BDB82432D}" type="pres">
      <dgm:prSet presAssocID="{64CCE5BF-E03A-4939-86A2-EF58AF32D0C0}" presName="sibTrans" presStyleCnt="0"/>
      <dgm:spPr/>
    </dgm:pt>
    <dgm:pt modelId="{EF882269-4AF6-437E-8070-B0208F78B05A}" type="pres">
      <dgm:prSet presAssocID="{AFF7FF57-1486-4F07-B7FC-5B3C9B2BEBDD}" presName="compNode" presStyleCnt="0"/>
      <dgm:spPr/>
    </dgm:pt>
    <dgm:pt modelId="{29A80BAF-566F-45F9-AA7C-14682E11504B}" type="pres">
      <dgm:prSet presAssocID="{AFF7FF57-1486-4F07-B7FC-5B3C9B2BEBDD}" presName="bgRect" presStyleLbl="bgShp" presStyleIdx="1" presStyleCnt="5"/>
      <dgm:spPr/>
    </dgm:pt>
    <dgm:pt modelId="{A7F7D6BD-5161-4766-B9C6-19E5FF519A59}" type="pres">
      <dgm:prSet presAssocID="{AFF7FF57-1486-4F07-B7FC-5B3C9B2BEBD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270A062C-B0B5-4E67-80A2-4D17E6724C18}" type="pres">
      <dgm:prSet presAssocID="{AFF7FF57-1486-4F07-B7FC-5B3C9B2BEBDD}" presName="spaceRect" presStyleCnt="0"/>
      <dgm:spPr/>
    </dgm:pt>
    <dgm:pt modelId="{2C401297-0506-4113-9D24-B94D992044A5}" type="pres">
      <dgm:prSet presAssocID="{AFF7FF57-1486-4F07-B7FC-5B3C9B2BEBDD}" presName="parTx" presStyleLbl="revTx" presStyleIdx="1" presStyleCnt="5">
        <dgm:presLayoutVars>
          <dgm:chMax val="0"/>
          <dgm:chPref val="0"/>
        </dgm:presLayoutVars>
      </dgm:prSet>
      <dgm:spPr/>
    </dgm:pt>
    <dgm:pt modelId="{C07CE5CA-F363-402F-965E-B728F2EF7F26}" type="pres">
      <dgm:prSet presAssocID="{70051BB0-B0E2-4187-92A1-BDD7347E8ECD}" presName="sibTrans" presStyleCnt="0"/>
      <dgm:spPr/>
    </dgm:pt>
    <dgm:pt modelId="{6AA4E164-529A-4F0D-9588-34CDF14B2018}" type="pres">
      <dgm:prSet presAssocID="{4A5483C3-4BB4-489E-9F56-4AF487A02217}" presName="compNode" presStyleCnt="0"/>
      <dgm:spPr/>
    </dgm:pt>
    <dgm:pt modelId="{B04098C5-FF0A-4C8A-AD50-22167D6DFF4A}" type="pres">
      <dgm:prSet presAssocID="{4A5483C3-4BB4-489E-9F56-4AF487A02217}" presName="bgRect" presStyleLbl="bgShp" presStyleIdx="2" presStyleCnt="5"/>
      <dgm:spPr/>
    </dgm:pt>
    <dgm:pt modelId="{54AFF87D-ACC0-41C6-8160-774513269506}" type="pres">
      <dgm:prSet presAssocID="{4A5483C3-4BB4-489E-9F56-4AF487A0221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4F13362-CC4C-424B-BB63-48E7DFFE736D}" type="pres">
      <dgm:prSet presAssocID="{4A5483C3-4BB4-489E-9F56-4AF487A02217}" presName="spaceRect" presStyleCnt="0"/>
      <dgm:spPr/>
    </dgm:pt>
    <dgm:pt modelId="{2DA4E983-FB82-4978-8DC3-C7BCD99BDE56}" type="pres">
      <dgm:prSet presAssocID="{4A5483C3-4BB4-489E-9F56-4AF487A02217}" presName="parTx" presStyleLbl="revTx" presStyleIdx="2" presStyleCnt="5">
        <dgm:presLayoutVars>
          <dgm:chMax val="0"/>
          <dgm:chPref val="0"/>
        </dgm:presLayoutVars>
      </dgm:prSet>
      <dgm:spPr/>
    </dgm:pt>
    <dgm:pt modelId="{A2B5564C-6281-47D2-9F81-261FB1415E82}" type="pres">
      <dgm:prSet presAssocID="{399C19F8-58C9-42DA-B554-56B1EDCE287D}" presName="sibTrans" presStyleCnt="0"/>
      <dgm:spPr/>
    </dgm:pt>
    <dgm:pt modelId="{6C2176BB-827F-4E71-B531-9A04CC4E7523}" type="pres">
      <dgm:prSet presAssocID="{7FAD96F7-6D32-426C-AAD3-E43DC88563DB}" presName="compNode" presStyleCnt="0"/>
      <dgm:spPr/>
    </dgm:pt>
    <dgm:pt modelId="{3447B356-96D2-4B5F-91BD-86D613174F39}" type="pres">
      <dgm:prSet presAssocID="{7FAD96F7-6D32-426C-AAD3-E43DC88563DB}" presName="bgRect" presStyleLbl="bgShp" presStyleIdx="3" presStyleCnt="5"/>
      <dgm:spPr/>
    </dgm:pt>
    <dgm:pt modelId="{21CA3C95-DD24-4A20-ABC6-9C233CBCBE62}" type="pres">
      <dgm:prSet presAssocID="{7FAD96F7-6D32-426C-AAD3-E43DC88563D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8A56605-F3D7-4007-9256-268560E94403}" type="pres">
      <dgm:prSet presAssocID="{7FAD96F7-6D32-426C-AAD3-E43DC88563DB}" presName="spaceRect" presStyleCnt="0"/>
      <dgm:spPr/>
    </dgm:pt>
    <dgm:pt modelId="{70999EE4-B891-476A-87CA-54871A64D7E7}" type="pres">
      <dgm:prSet presAssocID="{7FAD96F7-6D32-426C-AAD3-E43DC88563DB}" presName="parTx" presStyleLbl="revTx" presStyleIdx="3" presStyleCnt="5">
        <dgm:presLayoutVars>
          <dgm:chMax val="0"/>
          <dgm:chPref val="0"/>
        </dgm:presLayoutVars>
      </dgm:prSet>
      <dgm:spPr/>
    </dgm:pt>
    <dgm:pt modelId="{77636014-BD8B-4131-A67E-4BA994489C81}" type="pres">
      <dgm:prSet presAssocID="{8DF853E9-6A6C-4880-A9C6-C1BDAA8302D4}" presName="sibTrans" presStyleCnt="0"/>
      <dgm:spPr/>
    </dgm:pt>
    <dgm:pt modelId="{024B609A-39E9-4B01-BB61-805A1B6A7A0D}" type="pres">
      <dgm:prSet presAssocID="{EC72540B-B63A-4522-B69E-259B91DEBEB6}" presName="compNode" presStyleCnt="0"/>
      <dgm:spPr/>
    </dgm:pt>
    <dgm:pt modelId="{CA0C1632-784E-4F3A-8594-C8C402DF422A}" type="pres">
      <dgm:prSet presAssocID="{EC72540B-B63A-4522-B69E-259B91DEBEB6}" presName="bgRect" presStyleLbl="bgShp" presStyleIdx="4" presStyleCnt="5"/>
      <dgm:spPr/>
    </dgm:pt>
    <dgm:pt modelId="{5ADE3D30-2465-4B63-9172-2C019B476CFA}" type="pres">
      <dgm:prSet presAssocID="{EC72540B-B63A-4522-B69E-259B91DEBEB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E7776C4-04D5-471A-A078-B1F47ABA8582}" type="pres">
      <dgm:prSet presAssocID="{EC72540B-B63A-4522-B69E-259B91DEBEB6}" presName="spaceRect" presStyleCnt="0"/>
      <dgm:spPr/>
    </dgm:pt>
    <dgm:pt modelId="{FCE67028-A617-42A7-B47E-4DB7557B53D2}" type="pres">
      <dgm:prSet presAssocID="{EC72540B-B63A-4522-B69E-259B91DEBEB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F774502-9830-46E8-8AF0-BBD7C0C59B7D}" type="presOf" srcId="{7FAD96F7-6D32-426C-AAD3-E43DC88563DB}" destId="{70999EE4-B891-476A-87CA-54871A64D7E7}" srcOrd="0" destOrd="0" presId="urn:microsoft.com/office/officeart/2018/2/layout/IconVerticalSolidList"/>
    <dgm:cxn modelId="{BC0D551D-2155-4DDD-976F-E70E3A02C420}" type="presOf" srcId="{EC72540B-B63A-4522-B69E-259B91DEBEB6}" destId="{FCE67028-A617-42A7-B47E-4DB7557B53D2}" srcOrd="0" destOrd="0" presId="urn:microsoft.com/office/officeart/2018/2/layout/IconVerticalSolidList"/>
    <dgm:cxn modelId="{FE7A7A23-90AE-4D8C-B80F-663417829CD8}" type="presOf" srcId="{353A9279-642F-40DC-B21A-CE4986DE6E85}" destId="{1B995ECA-BCDA-458E-BF5C-D5E68348B5F8}" srcOrd="0" destOrd="0" presId="urn:microsoft.com/office/officeart/2018/2/layout/IconVerticalSolidList"/>
    <dgm:cxn modelId="{FBEB352B-A2ED-418D-ACE4-7DEA5A25AF6A}" type="presOf" srcId="{AFF7FF57-1486-4F07-B7FC-5B3C9B2BEBDD}" destId="{2C401297-0506-4113-9D24-B94D992044A5}" srcOrd="0" destOrd="0" presId="urn:microsoft.com/office/officeart/2018/2/layout/IconVerticalSolidList"/>
    <dgm:cxn modelId="{9C1B025F-E2C3-4A99-BC00-C0C72C562A04}" srcId="{353A9279-642F-40DC-B21A-CE4986DE6E85}" destId="{EC72540B-B63A-4522-B69E-259B91DEBEB6}" srcOrd="4" destOrd="0" parTransId="{0F0FC33E-5C9D-4A5F-A891-43BB3B909020}" sibTransId="{FE6DC25D-735B-4F26-9096-0F3D12F3F808}"/>
    <dgm:cxn modelId="{A4A3394D-1DEB-4B81-A422-2DAD711AEF05}" srcId="{353A9279-642F-40DC-B21A-CE4986DE6E85}" destId="{4A5483C3-4BB4-489E-9F56-4AF487A02217}" srcOrd="2" destOrd="0" parTransId="{2217365D-1731-4FFA-B352-E8F5E52B9EA0}" sibTransId="{399C19F8-58C9-42DA-B554-56B1EDCE287D}"/>
    <dgm:cxn modelId="{C0E4B570-D7D8-4545-94E8-9C1C9799E014}" srcId="{353A9279-642F-40DC-B21A-CE4986DE6E85}" destId="{2C08629A-6AAE-49BE-A97E-5C59B59D32CF}" srcOrd="0" destOrd="0" parTransId="{812E3CB0-F9D4-4F45-8FD3-ED6AC837188E}" sibTransId="{64CCE5BF-E03A-4939-86A2-EF58AF32D0C0}"/>
    <dgm:cxn modelId="{CA6441AC-6BEF-4028-ACAA-16BAC8AE7BB3}" srcId="{353A9279-642F-40DC-B21A-CE4986DE6E85}" destId="{7FAD96F7-6D32-426C-AAD3-E43DC88563DB}" srcOrd="3" destOrd="0" parTransId="{D6B6CA88-4A04-492E-B0EF-815B90C24DDF}" sibTransId="{8DF853E9-6A6C-4880-A9C6-C1BDAA8302D4}"/>
    <dgm:cxn modelId="{AD5595D4-CA02-4C60-8DA7-012BBBC53C28}" srcId="{353A9279-642F-40DC-B21A-CE4986DE6E85}" destId="{AFF7FF57-1486-4F07-B7FC-5B3C9B2BEBDD}" srcOrd="1" destOrd="0" parTransId="{547F5E82-9EF5-4999-8B17-9C7A6EC4EA9A}" sibTransId="{70051BB0-B0E2-4187-92A1-BDD7347E8ECD}"/>
    <dgm:cxn modelId="{BBEC2EF5-6781-4A53-AFD5-B8FBB04EA180}" type="presOf" srcId="{2C08629A-6AAE-49BE-A97E-5C59B59D32CF}" destId="{16C6CE90-4D6F-44B6-8489-E2F71D051638}" srcOrd="0" destOrd="0" presId="urn:microsoft.com/office/officeart/2018/2/layout/IconVerticalSolidList"/>
    <dgm:cxn modelId="{A61689F5-0529-40AD-ADBA-D142909D3F64}" type="presOf" srcId="{4A5483C3-4BB4-489E-9F56-4AF487A02217}" destId="{2DA4E983-FB82-4978-8DC3-C7BCD99BDE56}" srcOrd="0" destOrd="0" presId="urn:microsoft.com/office/officeart/2018/2/layout/IconVerticalSolidList"/>
    <dgm:cxn modelId="{5ED8FAA7-7829-4355-B26A-4EAE1A842094}" type="presParOf" srcId="{1B995ECA-BCDA-458E-BF5C-D5E68348B5F8}" destId="{F5CCFE84-5186-4FF0-A8D9-7BC8E6CCB35E}" srcOrd="0" destOrd="0" presId="urn:microsoft.com/office/officeart/2018/2/layout/IconVerticalSolidList"/>
    <dgm:cxn modelId="{64A2E654-E6D9-4DC9-8679-DFCDB4D7D8C9}" type="presParOf" srcId="{F5CCFE84-5186-4FF0-A8D9-7BC8E6CCB35E}" destId="{A5575449-1F70-4309-A2F2-B831D7720D4B}" srcOrd="0" destOrd="0" presId="urn:microsoft.com/office/officeart/2018/2/layout/IconVerticalSolidList"/>
    <dgm:cxn modelId="{A3E4F886-94AB-4F42-AE6B-14FBE0C07BD6}" type="presParOf" srcId="{F5CCFE84-5186-4FF0-A8D9-7BC8E6CCB35E}" destId="{C7A2BBC4-B4E5-4AB7-AAFE-699552D04986}" srcOrd="1" destOrd="0" presId="urn:microsoft.com/office/officeart/2018/2/layout/IconVerticalSolidList"/>
    <dgm:cxn modelId="{3667D8DF-73DA-43F4-984B-9330D5A2DF7E}" type="presParOf" srcId="{F5CCFE84-5186-4FF0-A8D9-7BC8E6CCB35E}" destId="{47388827-7D81-42DE-B09E-C73FB307BFE6}" srcOrd="2" destOrd="0" presId="urn:microsoft.com/office/officeart/2018/2/layout/IconVerticalSolidList"/>
    <dgm:cxn modelId="{F40E2998-C7C8-40D0-8CED-E16D36898834}" type="presParOf" srcId="{F5CCFE84-5186-4FF0-A8D9-7BC8E6CCB35E}" destId="{16C6CE90-4D6F-44B6-8489-E2F71D051638}" srcOrd="3" destOrd="0" presId="urn:microsoft.com/office/officeart/2018/2/layout/IconVerticalSolidList"/>
    <dgm:cxn modelId="{D88591CE-ECB0-4FDA-BCFC-D0196522D8E7}" type="presParOf" srcId="{1B995ECA-BCDA-458E-BF5C-D5E68348B5F8}" destId="{3738B6B1-5A12-4F5F-9051-5C4BDB82432D}" srcOrd="1" destOrd="0" presId="urn:microsoft.com/office/officeart/2018/2/layout/IconVerticalSolidList"/>
    <dgm:cxn modelId="{CA89D182-C2DC-4999-81C8-3A12DDF0B303}" type="presParOf" srcId="{1B995ECA-BCDA-458E-BF5C-D5E68348B5F8}" destId="{EF882269-4AF6-437E-8070-B0208F78B05A}" srcOrd="2" destOrd="0" presId="urn:microsoft.com/office/officeart/2018/2/layout/IconVerticalSolidList"/>
    <dgm:cxn modelId="{4643A89A-A226-4C73-9711-ACDEADCE20EE}" type="presParOf" srcId="{EF882269-4AF6-437E-8070-B0208F78B05A}" destId="{29A80BAF-566F-45F9-AA7C-14682E11504B}" srcOrd="0" destOrd="0" presId="urn:microsoft.com/office/officeart/2018/2/layout/IconVerticalSolidList"/>
    <dgm:cxn modelId="{FE8EB5E8-A7B4-44C3-8EA8-41E3C5940610}" type="presParOf" srcId="{EF882269-4AF6-437E-8070-B0208F78B05A}" destId="{A7F7D6BD-5161-4766-B9C6-19E5FF519A59}" srcOrd="1" destOrd="0" presId="urn:microsoft.com/office/officeart/2018/2/layout/IconVerticalSolidList"/>
    <dgm:cxn modelId="{F4EC8071-543D-45E4-9561-882F1BFFC4B3}" type="presParOf" srcId="{EF882269-4AF6-437E-8070-B0208F78B05A}" destId="{270A062C-B0B5-4E67-80A2-4D17E6724C18}" srcOrd="2" destOrd="0" presId="urn:microsoft.com/office/officeart/2018/2/layout/IconVerticalSolidList"/>
    <dgm:cxn modelId="{2A5486FB-8500-4D76-9865-C13EF20FE899}" type="presParOf" srcId="{EF882269-4AF6-437E-8070-B0208F78B05A}" destId="{2C401297-0506-4113-9D24-B94D992044A5}" srcOrd="3" destOrd="0" presId="urn:microsoft.com/office/officeart/2018/2/layout/IconVerticalSolidList"/>
    <dgm:cxn modelId="{E4051122-B05C-4995-B212-6A535C9072B4}" type="presParOf" srcId="{1B995ECA-BCDA-458E-BF5C-D5E68348B5F8}" destId="{C07CE5CA-F363-402F-965E-B728F2EF7F26}" srcOrd="3" destOrd="0" presId="urn:microsoft.com/office/officeart/2018/2/layout/IconVerticalSolidList"/>
    <dgm:cxn modelId="{37C09AE0-14E1-4CA4-A976-9E20128D85E6}" type="presParOf" srcId="{1B995ECA-BCDA-458E-BF5C-D5E68348B5F8}" destId="{6AA4E164-529A-4F0D-9588-34CDF14B2018}" srcOrd="4" destOrd="0" presId="urn:microsoft.com/office/officeart/2018/2/layout/IconVerticalSolidList"/>
    <dgm:cxn modelId="{AE3D8709-0858-445B-86F8-604D367A055A}" type="presParOf" srcId="{6AA4E164-529A-4F0D-9588-34CDF14B2018}" destId="{B04098C5-FF0A-4C8A-AD50-22167D6DFF4A}" srcOrd="0" destOrd="0" presId="urn:microsoft.com/office/officeart/2018/2/layout/IconVerticalSolidList"/>
    <dgm:cxn modelId="{85352672-D697-45BE-AD9E-C3AC120A5259}" type="presParOf" srcId="{6AA4E164-529A-4F0D-9588-34CDF14B2018}" destId="{54AFF87D-ACC0-41C6-8160-774513269506}" srcOrd="1" destOrd="0" presId="urn:microsoft.com/office/officeart/2018/2/layout/IconVerticalSolidList"/>
    <dgm:cxn modelId="{6FFB1E6C-8B3B-4FD1-AAD7-5B910068FF52}" type="presParOf" srcId="{6AA4E164-529A-4F0D-9588-34CDF14B2018}" destId="{24F13362-CC4C-424B-BB63-48E7DFFE736D}" srcOrd="2" destOrd="0" presId="urn:microsoft.com/office/officeart/2018/2/layout/IconVerticalSolidList"/>
    <dgm:cxn modelId="{C4DF88E9-FED7-4A61-911C-C72C883A53C2}" type="presParOf" srcId="{6AA4E164-529A-4F0D-9588-34CDF14B2018}" destId="{2DA4E983-FB82-4978-8DC3-C7BCD99BDE56}" srcOrd="3" destOrd="0" presId="urn:microsoft.com/office/officeart/2018/2/layout/IconVerticalSolidList"/>
    <dgm:cxn modelId="{63F7CCC4-8F67-4ACB-A713-9F9BBCD81194}" type="presParOf" srcId="{1B995ECA-BCDA-458E-BF5C-D5E68348B5F8}" destId="{A2B5564C-6281-47D2-9F81-261FB1415E82}" srcOrd="5" destOrd="0" presId="urn:microsoft.com/office/officeart/2018/2/layout/IconVerticalSolidList"/>
    <dgm:cxn modelId="{2F57093B-0F01-463C-A272-EAEBA9886525}" type="presParOf" srcId="{1B995ECA-BCDA-458E-BF5C-D5E68348B5F8}" destId="{6C2176BB-827F-4E71-B531-9A04CC4E7523}" srcOrd="6" destOrd="0" presId="urn:microsoft.com/office/officeart/2018/2/layout/IconVerticalSolidList"/>
    <dgm:cxn modelId="{5765DAEF-E6F3-4117-821B-AC0E11EFBDBD}" type="presParOf" srcId="{6C2176BB-827F-4E71-B531-9A04CC4E7523}" destId="{3447B356-96D2-4B5F-91BD-86D613174F39}" srcOrd="0" destOrd="0" presId="urn:microsoft.com/office/officeart/2018/2/layout/IconVerticalSolidList"/>
    <dgm:cxn modelId="{BEF8F68F-D5A9-430C-A2D9-C87F51D3CD11}" type="presParOf" srcId="{6C2176BB-827F-4E71-B531-9A04CC4E7523}" destId="{21CA3C95-DD24-4A20-ABC6-9C233CBCBE62}" srcOrd="1" destOrd="0" presId="urn:microsoft.com/office/officeart/2018/2/layout/IconVerticalSolidList"/>
    <dgm:cxn modelId="{733585F0-DA23-4AC1-A45D-1B4EEBE39FD5}" type="presParOf" srcId="{6C2176BB-827F-4E71-B531-9A04CC4E7523}" destId="{B8A56605-F3D7-4007-9256-268560E94403}" srcOrd="2" destOrd="0" presId="urn:microsoft.com/office/officeart/2018/2/layout/IconVerticalSolidList"/>
    <dgm:cxn modelId="{0B16CBB8-37B3-4EDD-9BF3-EF75CBCE2B24}" type="presParOf" srcId="{6C2176BB-827F-4E71-B531-9A04CC4E7523}" destId="{70999EE4-B891-476A-87CA-54871A64D7E7}" srcOrd="3" destOrd="0" presId="urn:microsoft.com/office/officeart/2018/2/layout/IconVerticalSolidList"/>
    <dgm:cxn modelId="{90BF75BE-290E-4057-930C-4BF43407F5A0}" type="presParOf" srcId="{1B995ECA-BCDA-458E-BF5C-D5E68348B5F8}" destId="{77636014-BD8B-4131-A67E-4BA994489C81}" srcOrd="7" destOrd="0" presId="urn:microsoft.com/office/officeart/2018/2/layout/IconVerticalSolidList"/>
    <dgm:cxn modelId="{F8A7ECE0-C1B1-4D26-99C7-E307FB482476}" type="presParOf" srcId="{1B995ECA-BCDA-458E-BF5C-D5E68348B5F8}" destId="{024B609A-39E9-4B01-BB61-805A1B6A7A0D}" srcOrd="8" destOrd="0" presId="urn:microsoft.com/office/officeart/2018/2/layout/IconVerticalSolidList"/>
    <dgm:cxn modelId="{7F3F72C7-36CE-44A4-ABD0-7208FA7E2EFF}" type="presParOf" srcId="{024B609A-39E9-4B01-BB61-805A1B6A7A0D}" destId="{CA0C1632-784E-4F3A-8594-C8C402DF422A}" srcOrd="0" destOrd="0" presId="urn:microsoft.com/office/officeart/2018/2/layout/IconVerticalSolidList"/>
    <dgm:cxn modelId="{89795FB1-B0B7-44E6-AAA7-A7C966E549E9}" type="presParOf" srcId="{024B609A-39E9-4B01-BB61-805A1B6A7A0D}" destId="{5ADE3D30-2465-4B63-9172-2C019B476CFA}" srcOrd="1" destOrd="0" presId="urn:microsoft.com/office/officeart/2018/2/layout/IconVerticalSolidList"/>
    <dgm:cxn modelId="{DF16ED4F-D1E9-4F27-A472-65AAA45954F2}" type="presParOf" srcId="{024B609A-39E9-4B01-BB61-805A1B6A7A0D}" destId="{FE7776C4-04D5-471A-A078-B1F47ABA8582}" srcOrd="2" destOrd="0" presId="urn:microsoft.com/office/officeart/2018/2/layout/IconVerticalSolidList"/>
    <dgm:cxn modelId="{41703157-1C1B-442F-A2F9-35DA98CA8FCA}" type="presParOf" srcId="{024B609A-39E9-4B01-BB61-805A1B6A7A0D}" destId="{FCE67028-A617-42A7-B47E-4DB7557B53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38EDC9-1C74-47D9-9722-955A3CDF5927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B6B9FD7-2DEE-4886-B500-25165DECADD7}">
      <dgm:prSet/>
      <dgm:spPr/>
      <dgm:t>
        <a:bodyPr/>
        <a:lstStyle/>
        <a:p>
          <a:r>
            <a:rPr lang="en-US" b="1"/>
            <a:t>Precise Detection</a:t>
          </a:r>
          <a:r>
            <a:rPr lang="en-US"/>
            <a:t> → Identifies 300+ LEGO part types and color variants.</a:t>
          </a:r>
        </a:p>
      </dgm:t>
    </dgm:pt>
    <dgm:pt modelId="{1115D53A-66A8-4305-9185-218479ACDA85}" type="parTrans" cxnId="{67B6F5B3-6921-448E-9E24-857732A0D7DD}">
      <dgm:prSet/>
      <dgm:spPr/>
      <dgm:t>
        <a:bodyPr/>
        <a:lstStyle/>
        <a:p>
          <a:endParaRPr lang="en-US"/>
        </a:p>
      </dgm:t>
    </dgm:pt>
    <dgm:pt modelId="{A38AA0F9-2BA2-4EEE-AC2E-11DBA86C4507}" type="sibTrans" cxnId="{67B6F5B3-6921-448E-9E24-857732A0D7DD}">
      <dgm:prSet/>
      <dgm:spPr/>
      <dgm:t>
        <a:bodyPr/>
        <a:lstStyle/>
        <a:p>
          <a:endParaRPr lang="en-US"/>
        </a:p>
      </dgm:t>
    </dgm:pt>
    <dgm:pt modelId="{077B67A1-2B11-4A12-A04F-15D739749DA3}">
      <dgm:prSet/>
      <dgm:spPr/>
      <dgm:t>
        <a:bodyPr/>
        <a:lstStyle/>
        <a:p>
          <a:r>
            <a:rPr lang="en-US" b="1"/>
            <a:t>Edge-Native AI</a:t>
          </a:r>
          <a:r>
            <a:rPr lang="en-US"/>
            <a:t> → Runs fully on Jetson Orin NX with TensorRT &amp; DeepStream.</a:t>
          </a:r>
        </a:p>
      </dgm:t>
    </dgm:pt>
    <dgm:pt modelId="{DD07D342-1E48-4CC8-AFCC-72B133AB87AA}" type="parTrans" cxnId="{8D87284A-4543-42D6-A243-A562D0B07A4C}">
      <dgm:prSet/>
      <dgm:spPr/>
      <dgm:t>
        <a:bodyPr/>
        <a:lstStyle/>
        <a:p>
          <a:endParaRPr lang="en-US"/>
        </a:p>
      </dgm:t>
    </dgm:pt>
    <dgm:pt modelId="{60A57C32-8F6F-4834-BD01-6944435500E4}" type="sibTrans" cxnId="{8D87284A-4543-42D6-A243-A562D0B07A4C}">
      <dgm:prSet/>
      <dgm:spPr/>
      <dgm:t>
        <a:bodyPr/>
        <a:lstStyle/>
        <a:p>
          <a:endParaRPr lang="en-US"/>
        </a:p>
      </dgm:t>
    </dgm:pt>
    <dgm:pt modelId="{8A3F6E84-9BFD-4F0B-89AB-EFC544C04929}">
      <dgm:prSet/>
      <dgm:spPr/>
      <dgm:t>
        <a:bodyPr/>
        <a:lstStyle/>
        <a:p>
          <a:r>
            <a:rPr lang="en-US"/>
            <a:t> </a:t>
          </a:r>
          <a:r>
            <a:rPr lang="en-US" b="1"/>
            <a:t>Industrial-Grade Reliability</a:t>
          </a:r>
          <a:r>
            <a:rPr lang="en-US"/>
            <a:t> → Robust PLC integration with Modbus protocol.</a:t>
          </a:r>
        </a:p>
      </dgm:t>
    </dgm:pt>
    <dgm:pt modelId="{604259D2-067C-4E62-A0D5-3368CC6B12F5}" type="parTrans" cxnId="{C0F455F7-7274-4F7F-8111-50CEA895CAD5}">
      <dgm:prSet/>
      <dgm:spPr/>
      <dgm:t>
        <a:bodyPr/>
        <a:lstStyle/>
        <a:p>
          <a:endParaRPr lang="en-US"/>
        </a:p>
      </dgm:t>
    </dgm:pt>
    <dgm:pt modelId="{6DCE89ED-1645-4FC6-AF71-40EB9A68C507}" type="sibTrans" cxnId="{C0F455F7-7274-4F7F-8111-50CEA895CAD5}">
      <dgm:prSet/>
      <dgm:spPr/>
      <dgm:t>
        <a:bodyPr/>
        <a:lstStyle/>
        <a:p>
          <a:endParaRPr lang="en-US"/>
        </a:p>
      </dgm:t>
    </dgm:pt>
    <dgm:pt modelId="{FDDFBD46-A205-4D6B-8BFC-B5CB4D140936}">
      <dgm:prSet/>
      <dgm:spPr/>
      <dgm:t>
        <a:bodyPr/>
        <a:lstStyle/>
        <a:p>
          <a:r>
            <a:rPr lang="en-US" b="1"/>
            <a:t>Scalable Training</a:t>
          </a:r>
          <a:r>
            <a:rPr lang="en-US"/>
            <a:t> → New LEGO types added automatically, no manual labeling.</a:t>
          </a:r>
        </a:p>
      </dgm:t>
    </dgm:pt>
    <dgm:pt modelId="{F1065550-80B7-4647-9D28-157DE69A9A86}" type="parTrans" cxnId="{F0F69158-A129-4548-99EC-BEF3F871EE2E}">
      <dgm:prSet/>
      <dgm:spPr/>
      <dgm:t>
        <a:bodyPr/>
        <a:lstStyle/>
        <a:p>
          <a:endParaRPr lang="en-US"/>
        </a:p>
      </dgm:t>
    </dgm:pt>
    <dgm:pt modelId="{3C882D7E-2954-4CBF-803A-E6DFB6FF0BF8}" type="sibTrans" cxnId="{F0F69158-A129-4548-99EC-BEF3F871EE2E}">
      <dgm:prSet/>
      <dgm:spPr/>
      <dgm:t>
        <a:bodyPr/>
        <a:lstStyle/>
        <a:p>
          <a:endParaRPr lang="en-US"/>
        </a:p>
      </dgm:t>
    </dgm:pt>
    <dgm:pt modelId="{85BA2757-A7C6-41C2-9187-6880C0BF7613}">
      <dgm:prSet/>
      <dgm:spPr/>
      <dgm:t>
        <a:bodyPr/>
        <a:lstStyle/>
        <a:p>
          <a:r>
            <a:rPr lang="en-US"/>
            <a:t> </a:t>
          </a:r>
          <a:r>
            <a:rPr lang="en-US" b="1"/>
            <a:t>Real-Time Tracking</a:t>
          </a:r>
          <a:r>
            <a:rPr lang="en-US"/>
            <a:t> → Conveyor-based part tracking with smooth sorting logic.</a:t>
          </a:r>
        </a:p>
      </dgm:t>
    </dgm:pt>
    <dgm:pt modelId="{DBB4B696-374C-49E8-B5F1-2CA7BDD13E27}" type="parTrans" cxnId="{BC86E832-4163-4E14-BFF2-1A2BD4C78302}">
      <dgm:prSet/>
      <dgm:spPr/>
      <dgm:t>
        <a:bodyPr/>
        <a:lstStyle/>
        <a:p>
          <a:endParaRPr lang="en-US"/>
        </a:p>
      </dgm:t>
    </dgm:pt>
    <dgm:pt modelId="{DF1754D6-5FB4-4AF3-82BF-DDBD33DE34A6}" type="sibTrans" cxnId="{BC86E832-4163-4E14-BFF2-1A2BD4C78302}">
      <dgm:prSet/>
      <dgm:spPr/>
      <dgm:t>
        <a:bodyPr/>
        <a:lstStyle/>
        <a:p>
          <a:endParaRPr lang="en-US"/>
        </a:p>
      </dgm:t>
    </dgm:pt>
    <dgm:pt modelId="{6B464B3C-4FC7-4D92-9487-A120148E80AC}" type="pres">
      <dgm:prSet presAssocID="{4D38EDC9-1C74-47D9-9722-955A3CDF5927}" presName="vert0" presStyleCnt="0">
        <dgm:presLayoutVars>
          <dgm:dir/>
          <dgm:animOne val="branch"/>
          <dgm:animLvl val="lvl"/>
        </dgm:presLayoutVars>
      </dgm:prSet>
      <dgm:spPr/>
    </dgm:pt>
    <dgm:pt modelId="{C54CC9F8-07A1-4B14-9B97-1017FF4EF202}" type="pres">
      <dgm:prSet presAssocID="{EB6B9FD7-2DEE-4886-B500-25165DECADD7}" presName="thickLine" presStyleLbl="alignNode1" presStyleIdx="0" presStyleCnt="5"/>
      <dgm:spPr/>
    </dgm:pt>
    <dgm:pt modelId="{B0AE86AF-4F8B-41BC-A4DB-AF9FC1A33AC1}" type="pres">
      <dgm:prSet presAssocID="{EB6B9FD7-2DEE-4886-B500-25165DECADD7}" presName="horz1" presStyleCnt="0"/>
      <dgm:spPr/>
    </dgm:pt>
    <dgm:pt modelId="{EDE38BCE-F093-429C-A850-04D8B2BAD6E8}" type="pres">
      <dgm:prSet presAssocID="{EB6B9FD7-2DEE-4886-B500-25165DECADD7}" presName="tx1" presStyleLbl="revTx" presStyleIdx="0" presStyleCnt="5"/>
      <dgm:spPr/>
    </dgm:pt>
    <dgm:pt modelId="{7F7A9B25-38CB-46D7-B6EA-15734C944CCA}" type="pres">
      <dgm:prSet presAssocID="{EB6B9FD7-2DEE-4886-B500-25165DECADD7}" presName="vert1" presStyleCnt="0"/>
      <dgm:spPr/>
    </dgm:pt>
    <dgm:pt modelId="{7A76AB50-0D82-4BF4-9EFA-730E227AF15A}" type="pres">
      <dgm:prSet presAssocID="{077B67A1-2B11-4A12-A04F-15D739749DA3}" presName="thickLine" presStyleLbl="alignNode1" presStyleIdx="1" presStyleCnt="5"/>
      <dgm:spPr/>
    </dgm:pt>
    <dgm:pt modelId="{0A103B65-5669-488B-B6DA-DEA5752E5CD0}" type="pres">
      <dgm:prSet presAssocID="{077B67A1-2B11-4A12-A04F-15D739749DA3}" presName="horz1" presStyleCnt="0"/>
      <dgm:spPr/>
    </dgm:pt>
    <dgm:pt modelId="{B18F8C9C-7ED5-4C5E-85DC-548691DCF3A2}" type="pres">
      <dgm:prSet presAssocID="{077B67A1-2B11-4A12-A04F-15D739749DA3}" presName="tx1" presStyleLbl="revTx" presStyleIdx="1" presStyleCnt="5"/>
      <dgm:spPr/>
    </dgm:pt>
    <dgm:pt modelId="{41695738-2233-4B3D-93D0-802700D1B399}" type="pres">
      <dgm:prSet presAssocID="{077B67A1-2B11-4A12-A04F-15D739749DA3}" presName="vert1" presStyleCnt="0"/>
      <dgm:spPr/>
    </dgm:pt>
    <dgm:pt modelId="{55F69077-0CF1-4E1B-91A2-DE964CC6A1F2}" type="pres">
      <dgm:prSet presAssocID="{8A3F6E84-9BFD-4F0B-89AB-EFC544C04929}" presName="thickLine" presStyleLbl="alignNode1" presStyleIdx="2" presStyleCnt="5"/>
      <dgm:spPr/>
    </dgm:pt>
    <dgm:pt modelId="{3E917ED9-D1A5-4DB1-A3FC-2C820C733171}" type="pres">
      <dgm:prSet presAssocID="{8A3F6E84-9BFD-4F0B-89AB-EFC544C04929}" presName="horz1" presStyleCnt="0"/>
      <dgm:spPr/>
    </dgm:pt>
    <dgm:pt modelId="{AB9F778D-96EA-4674-B196-9B1AFC83C91F}" type="pres">
      <dgm:prSet presAssocID="{8A3F6E84-9BFD-4F0B-89AB-EFC544C04929}" presName="tx1" presStyleLbl="revTx" presStyleIdx="2" presStyleCnt="5"/>
      <dgm:spPr/>
    </dgm:pt>
    <dgm:pt modelId="{DD3BC371-EBE4-4956-8340-FB2C4EC27C22}" type="pres">
      <dgm:prSet presAssocID="{8A3F6E84-9BFD-4F0B-89AB-EFC544C04929}" presName="vert1" presStyleCnt="0"/>
      <dgm:spPr/>
    </dgm:pt>
    <dgm:pt modelId="{B64B7169-62B9-4C07-8656-1E051C2C5BFF}" type="pres">
      <dgm:prSet presAssocID="{FDDFBD46-A205-4D6B-8BFC-B5CB4D140936}" presName="thickLine" presStyleLbl="alignNode1" presStyleIdx="3" presStyleCnt="5"/>
      <dgm:spPr/>
    </dgm:pt>
    <dgm:pt modelId="{A672D4C2-C67F-4A92-A26A-36101B5259C2}" type="pres">
      <dgm:prSet presAssocID="{FDDFBD46-A205-4D6B-8BFC-B5CB4D140936}" presName="horz1" presStyleCnt="0"/>
      <dgm:spPr/>
    </dgm:pt>
    <dgm:pt modelId="{F5CC1AAA-E607-4F57-B5A8-C438ABB3ECD8}" type="pres">
      <dgm:prSet presAssocID="{FDDFBD46-A205-4D6B-8BFC-B5CB4D140936}" presName="tx1" presStyleLbl="revTx" presStyleIdx="3" presStyleCnt="5"/>
      <dgm:spPr/>
    </dgm:pt>
    <dgm:pt modelId="{06B19C50-7751-4C0D-80A8-C4AD49FA0BA6}" type="pres">
      <dgm:prSet presAssocID="{FDDFBD46-A205-4D6B-8BFC-B5CB4D140936}" presName="vert1" presStyleCnt="0"/>
      <dgm:spPr/>
    </dgm:pt>
    <dgm:pt modelId="{7B3C6408-9B2A-488E-9258-334DF39EA280}" type="pres">
      <dgm:prSet presAssocID="{85BA2757-A7C6-41C2-9187-6880C0BF7613}" presName="thickLine" presStyleLbl="alignNode1" presStyleIdx="4" presStyleCnt="5"/>
      <dgm:spPr/>
    </dgm:pt>
    <dgm:pt modelId="{A9DC8898-F1C0-4839-A5D1-E04CE41CB54F}" type="pres">
      <dgm:prSet presAssocID="{85BA2757-A7C6-41C2-9187-6880C0BF7613}" presName="horz1" presStyleCnt="0"/>
      <dgm:spPr/>
    </dgm:pt>
    <dgm:pt modelId="{92C2FB64-2A30-489F-8B51-01FFDEE5589D}" type="pres">
      <dgm:prSet presAssocID="{85BA2757-A7C6-41C2-9187-6880C0BF7613}" presName="tx1" presStyleLbl="revTx" presStyleIdx="4" presStyleCnt="5"/>
      <dgm:spPr/>
    </dgm:pt>
    <dgm:pt modelId="{B8E501D1-F298-49AD-B1D8-E9C7F1551904}" type="pres">
      <dgm:prSet presAssocID="{85BA2757-A7C6-41C2-9187-6880C0BF7613}" presName="vert1" presStyleCnt="0"/>
      <dgm:spPr/>
    </dgm:pt>
  </dgm:ptLst>
  <dgm:cxnLst>
    <dgm:cxn modelId="{E00D7328-E993-4C10-8CAA-79CF525BE173}" type="presOf" srcId="{4D38EDC9-1C74-47D9-9722-955A3CDF5927}" destId="{6B464B3C-4FC7-4D92-9487-A120148E80AC}" srcOrd="0" destOrd="0" presId="urn:microsoft.com/office/officeart/2008/layout/LinedList"/>
    <dgm:cxn modelId="{BC86E832-4163-4E14-BFF2-1A2BD4C78302}" srcId="{4D38EDC9-1C74-47D9-9722-955A3CDF5927}" destId="{85BA2757-A7C6-41C2-9187-6880C0BF7613}" srcOrd="4" destOrd="0" parTransId="{DBB4B696-374C-49E8-B5F1-2CA7BDD13E27}" sibTransId="{DF1754D6-5FB4-4AF3-82BF-DDBD33DE34A6}"/>
    <dgm:cxn modelId="{8D87284A-4543-42D6-A243-A562D0B07A4C}" srcId="{4D38EDC9-1C74-47D9-9722-955A3CDF5927}" destId="{077B67A1-2B11-4A12-A04F-15D739749DA3}" srcOrd="1" destOrd="0" parTransId="{DD07D342-1E48-4CC8-AFCC-72B133AB87AA}" sibTransId="{60A57C32-8F6F-4834-BD01-6944435500E4}"/>
    <dgm:cxn modelId="{CBE35054-40CB-4680-9F43-C44F82A882BB}" type="presOf" srcId="{85BA2757-A7C6-41C2-9187-6880C0BF7613}" destId="{92C2FB64-2A30-489F-8B51-01FFDEE5589D}" srcOrd="0" destOrd="0" presId="urn:microsoft.com/office/officeart/2008/layout/LinedList"/>
    <dgm:cxn modelId="{F0F69158-A129-4548-99EC-BEF3F871EE2E}" srcId="{4D38EDC9-1C74-47D9-9722-955A3CDF5927}" destId="{FDDFBD46-A205-4D6B-8BFC-B5CB4D140936}" srcOrd="3" destOrd="0" parTransId="{F1065550-80B7-4647-9D28-157DE69A9A86}" sibTransId="{3C882D7E-2954-4CBF-803A-E6DFB6FF0BF8}"/>
    <dgm:cxn modelId="{5E1E898A-E33D-4A4B-9C9C-17DEE0CD1068}" type="presOf" srcId="{8A3F6E84-9BFD-4F0B-89AB-EFC544C04929}" destId="{AB9F778D-96EA-4674-B196-9B1AFC83C91F}" srcOrd="0" destOrd="0" presId="urn:microsoft.com/office/officeart/2008/layout/LinedList"/>
    <dgm:cxn modelId="{D28844A1-3218-48B7-B398-2663334A089F}" type="presOf" srcId="{077B67A1-2B11-4A12-A04F-15D739749DA3}" destId="{B18F8C9C-7ED5-4C5E-85DC-548691DCF3A2}" srcOrd="0" destOrd="0" presId="urn:microsoft.com/office/officeart/2008/layout/LinedList"/>
    <dgm:cxn modelId="{67B6F5B3-6921-448E-9E24-857732A0D7DD}" srcId="{4D38EDC9-1C74-47D9-9722-955A3CDF5927}" destId="{EB6B9FD7-2DEE-4886-B500-25165DECADD7}" srcOrd="0" destOrd="0" parTransId="{1115D53A-66A8-4305-9185-218479ACDA85}" sibTransId="{A38AA0F9-2BA2-4EEE-AC2E-11DBA86C4507}"/>
    <dgm:cxn modelId="{ACDD1CCD-2591-4656-8666-1BD6AB9E7333}" type="presOf" srcId="{EB6B9FD7-2DEE-4886-B500-25165DECADD7}" destId="{EDE38BCE-F093-429C-A850-04D8B2BAD6E8}" srcOrd="0" destOrd="0" presId="urn:microsoft.com/office/officeart/2008/layout/LinedList"/>
    <dgm:cxn modelId="{B56BBFEC-0E89-45FF-9F87-90700C3E264F}" type="presOf" srcId="{FDDFBD46-A205-4D6B-8BFC-B5CB4D140936}" destId="{F5CC1AAA-E607-4F57-B5A8-C438ABB3ECD8}" srcOrd="0" destOrd="0" presId="urn:microsoft.com/office/officeart/2008/layout/LinedList"/>
    <dgm:cxn modelId="{C0F455F7-7274-4F7F-8111-50CEA895CAD5}" srcId="{4D38EDC9-1C74-47D9-9722-955A3CDF5927}" destId="{8A3F6E84-9BFD-4F0B-89AB-EFC544C04929}" srcOrd="2" destOrd="0" parTransId="{604259D2-067C-4E62-A0D5-3368CC6B12F5}" sibTransId="{6DCE89ED-1645-4FC6-AF71-40EB9A68C507}"/>
    <dgm:cxn modelId="{B62187C9-25F2-4EAD-B59B-CC8877C0BABE}" type="presParOf" srcId="{6B464B3C-4FC7-4D92-9487-A120148E80AC}" destId="{C54CC9F8-07A1-4B14-9B97-1017FF4EF202}" srcOrd="0" destOrd="0" presId="urn:microsoft.com/office/officeart/2008/layout/LinedList"/>
    <dgm:cxn modelId="{559FBF15-EBFB-42F4-81AC-B29297D2EE1F}" type="presParOf" srcId="{6B464B3C-4FC7-4D92-9487-A120148E80AC}" destId="{B0AE86AF-4F8B-41BC-A4DB-AF9FC1A33AC1}" srcOrd="1" destOrd="0" presId="urn:microsoft.com/office/officeart/2008/layout/LinedList"/>
    <dgm:cxn modelId="{8A780C7B-35CA-481F-8680-483D801D8A6F}" type="presParOf" srcId="{B0AE86AF-4F8B-41BC-A4DB-AF9FC1A33AC1}" destId="{EDE38BCE-F093-429C-A850-04D8B2BAD6E8}" srcOrd="0" destOrd="0" presId="urn:microsoft.com/office/officeart/2008/layout/LinedList"/>
    <dgm:cxn modelId="{FB8B5F95-873B-446E-809B-30FFF0A856C0}" type="presParOf" srcId="{B0AE86AF-4F8B-41BC-A4DB-AF9FC1A33AC1}" destId="{7F7A9B25-38CB-46D7-B6EA-15734C944CCA}" srcOrd="1" destOrd="0" presId="urn:microsoft.com/office/officeart/2008/layout/LinedList"/>
    <dgm:cxn modelId="{367808BC-D6E6-4B63-B8BF-099F50BC4AF7}" type="presParOf" srcId="{6B464B3C-4FC7-4D92-9487-A120148E80AC}" destId="{7A76AB50-0D82-4BF4-9EFA-730E227AF15A}" srcOrd="2" destOrd="0" presId="urn:microsoft.com/office/officeart/2008/layout/LinedList"/>
    <dgm:cxn modelId="{9B9FDC2B-EB27-45AA-B433-68F9AD4C0AC4}" type="presParOf" srcId="{6B464B3C-4FC7-4D92-9487-A120148E80AC}" destId="{0A103B65-5669-488B-B6DA-DEA5752E5CD0}" srcOrd="3" destOrd="0" presId="urn:microsoft.com/office/officeart/2008/layout/LinedList"/>
    <dgm:cxn modelId="{092142B2-D07B-45D3-9CA6-2DCBEFE58978}" type="presParOf" srcId="{0A103B65-5669-488B-B6DA-DEA5752E5CD0}" destId="{B18F8C9C-7ED5-4C5E-85DC-548691DCF3A2}" srcOrd="0" destOrd="0" presId="urn:microsoft.com/office/officeart/2008/layout/LinedList"/>
    <dgm:cxn modelId="{5845EA95-9F2F-485A-B7CE-6FD95E5E195E}" type="presParOf" srcId="{0A103B65-5669-488B-B6DA-DEA5752E5CD0}" destId="{41695738-2233-4B3D-93D0-802700D1B399}" srcOrd="1" destOrd="0" presId="urn:microsoft.com/office/officeart/2008/layout/LinedList"/>
    <dgm:cxn modelId="{D8C3C91C-F6D9-465E-A903-80462BBD8518}" type="presParOf" srcId="{6B464B3C-4FC7-4D92-9487-A120148E80AC}" destId="{55F69077-0CF1-4E1B-91A2-DE964CC6A1F2}" srcOrd="4" destOrd="0" presId="urn:microsoft.com/office/officeart/2008/layout/LinedList"/>
    <dgm:cxn modelId="{4A71A0A8-AEA2-4A4E-AD8C-165153370E8B}" type="presParOf" srcId="{6B464B3C-4FC7-4D92-9487-A120148E80AC}" destId="{3E917ED9-D1A5-4DB1-A3FC-2C820C733171}" srcOrd="5" destOrd="0" presId="urn:microsoft.com/office/officeart/2008/layout/LinedList"/>
    <dgm:cxn modelId="{D458C449-AA31-42B5-A674-76E0CFC4557E}" type="presParOf" srcId="{3E917ED9-D1A5-4DB1-A3FC-2C820C733171}" destId="{AB9F778D-96EA-4674-B196-9B1AFC83C91F}" srcOrd="0" destOrd="0" presId="urn:microsoft.com/office/officeart/2008/layout/LinedList"/>
    <dgm:cxn modelId="{9EB109F3-D01B-4B6F-92AF-1C3184041904}" type="presParOf" srcId="{3E917ED9-D1A5-4DB1-A3FC-2C820C733171}" destId="{DD3BC371-EBE4-4956-8340-FB2C4EC27C22}" srcOrd="1" destOrd="0" presId="urn:microsoft.com/office/officeart/2008/layout/LinedList"/>
    <dgm:cxn modelId="{EB17CA25-3C34-44A5-943E-AE7C0E5216D4}" type="presParOf" srcId="{6B464B3C-4FC7-4D92-9487-A120148E80AC}" destId="{B64B7169-62B9-4C07-8656-1E051C2C5BFF}" srcOrd="6" destOrd="0" presId="urn:microsoft.com/office/officeart/2008/layout/LinedList"/>
    <dgm:cxn modelId="{8337D462-3DBC-4E99-9FB6-786AD7A84E9A}" type="presParOf" srcId="{6B464B3C-4FC7-4D92-9487-A120148E80AC}" destId="{A672D4C2-C67F-4A92-A26A-36101B5259C2}" srcOrd="7" destOrd="0" presId="urn:microsoft.com/office/officeart/2008/layout/LinedList"/>
    <dgm:cxn modelId="{5EA31CEA-55CF-442C-BE05-DAC488131C83}" type="presParOf" srcId="{A672D4C2-C67F-4A92-A26A-36101B5259C2}" destId="{F5CC1AAA-E607-4F57-B5A8-C438ABB3ECD8}" srcOrd="0" destOrd="0" presId="urn:microsoft.com/office/officeart/2008/layout/LinedList"/>
    <dgm:cxn modelId="{791B08AF-E35B-4667-8661-64B00AFB5482}" type="presParOf" srcId="{A672D4C2-C67F-4A92-A26A-36101B5259C2}" destId="{06B19C50-7751-4C0D-80A8-C4AD49FA0BA6}" srcOrd="1" destOrd="0" presId="urn:microsoft.com/office/officeart/2008/layout/LinedList"/>
    <dgm:cxn modelId="{7F9C8562-8FC7-4C12-B29E-17E2D0E61839}" type="presParOf" srcId="{6B464B3C-4FC7-4D92-9487-A120148E80AC}" destId="{7B3C6408-9B2A-488E-9258-334DF39EA280}" srcOrd="8" destOrd="0" presId="urn:microsoft.com/office/officeart/2008/layout/LinedList"/>
    <dgm:cxn modelId="{FC8BB1B5-7D60-4FE5-BA0F-4CC2D89709EC}" type="presParOf" srcId="{6B464B3C-4FC7-4D92-9487-A120148E80AC}" destId="{A9DC8898-F1C0-4839-A5D1-E04CE41CB54F}" srcOrd="9" destOrd="0" presId="urn:microsoft.com/office/officeart/2008/layout/LinedList"/>
    <dgm:cxn modelId="{2026AED4-18EF-496D-B149-90E32FCE5874}" type="presParOf" srcId="{A9DC8898-F1C0-4839-A5D1-E04CE41CB54F}" destId="{92C2FB64-2A30-489F-8B51-01FFDEE5589D}" srcOrd="0" destOrd="0" presId="urn:microsoft.com/office/officeart/2008/layout/LinedList"/>
    <dgm:cxn modelId="{DB33DEEC-582D-46EE-A6A2-8D89B4B8B8F0}" type="presParOf" srcId="{A9DC8898-F1C0-4839-A5D1-E04CE41CB54F}" destId="{B8E501D1-F298-49AD-B1D8-E9C7F15519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74622E-65BD-4415-88FF-B389287D5E56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14C471C-5A2A-445C-A5FA-337C062F61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Accuracy</a:t>
          </a:r>
          <a:r>
            <a:rPr lang="en-US"/>
            <a:t> → ~96.3% across 300+ LEGO parts.</a:t>
          </a:r>
        </a:p>
      </dgm:t>
    </dgm:pt>
    <dgm:pt modelId="{BDE833C3-8268-45BC-9A15-58196340F6D3}" type="parTrans" cxnId="{A7091A66-3AB7-4DD2-A620-203AE020E06A}">
      <dgm:prSet/>
      <dgm:spPr/>
      <dgm:t>
        <a:bodyPr/>
        <a:lstStyle/>
        <a:p>
          <a:endParaRPr lang="en-US"/>
        </a:p>
      </dgm:t>
    </dgm:pt>
    <dgm:pt modelId="{973C706A-DFFB-49A4-AF28-02A6D2791629}" type="sibTrans" cxnId="{A7091A66-3AB7-4DD2-A620-203AE020E0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5ED4AB0-8052-4D0D-81BC-8442940008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Throughput</a:t>
          </a:r>
          <a:r>
            <a:rPr lang="en-US"/>
            <a:t> → 3,600 parts/hour (1 per second).</a:t>
          </a:r>
        </a:p>
      </dgm:t>
    </dgm:pt>
    <dgm:pt modelId="{0986D2DE-F38F-4718-8ED7-F829A81B4F87}" type="parTrans" cxnId="{9941D911-898D-45F6-AE75-726A31532D47}">
      <dgm:prSet/>
      <dgm:spPr/>
      <dgm:t>
        <a:bodyPr/>
        <a:lstStyle/>
        <a:p>
          <a:endParaRPr lang="en-US"/>
        </a:p>
      </dgm:t>
    </dgm:pt>
    <dgm:pt modelId="{1973F375-00D9-48AB-81D5-06615773C6AC}" type="sibTrans" cxnId="{9941D911-898D-45F6-AE75-726A31532D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0CF609-AD74-4362-B176-A43373D2CD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Latency</a:t>
          </a:r>
          <a:r>
            <a:rPr lang="en-US"/>
            <a:t> → &lt;100 ms from camera capture to bin sorting.</a:t>
          </a:r>
        </a:p>
      </dgm:t>
    </dgm:pt>
    <dgm:pt modelId="{12AF3EA3-793B-4AA3-A5F3-195A2660D8C3}" type="parTrans" cxnId="{741AA673-9B66-4D1D-A9FA-BCFC1450E016}">
      <dgm:prSet/>
      <dgm:spPr/>
      <dgm:t>
        <a:bodyPr/>
        <a:lstStyle/>
        <a:p>
          <a:endParaRPr lang="en-US"/>
        </a:p>
      </dgm:t>
    </dgm:pt>
    <dgm:pt modelId="{1E1F967C-15A4-45FF-9B1C-CF0BD33049BC}" type="sibTrans" cxnId="{741AA673-9B66-4D1D-A9FA-BCFC1450E0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9ECEBF-F1BE-43A2-8F77-18B207985C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Reliability</a:t>
          </a:r>
          <a:r>
            <a:rPr lang="en-US"/>
            <a:t> → &gt;99.9% PLC command success rate.</a:t>
          </a:r>
        </a:p>
      </dgm:t>
    </dgm:pt>
    <dgm:pt modelId="{74104556-F94F-4070-94B7-A2543EC1C96B}" type="parTrans" cxnId="{746BAEFF-7714-41C1-93C6-3C3F798FECA4}">
      <dgm:prSet/>
      <dgm:spPr/>
      <dgm:t>
        <a:bodyPr/>
        <a:lstStyle/>
        <a:p>
          <a:endParaRPr lang="en-US"/>
        </a:p>
      </dgm:t>
    </dgm:pt>
    <dgm:pt modelId="{15307F3E-B115-454F-99CB-C1B86DD1C6CB}" type="sibTrans" cxnId="{746BAEFF-7714-41C1-93C6-3C3F798FECA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F56076A-18F9-43E3-9AA7-F7A545A684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Deployment</a:t>
          </a:r>
          <a:r>
            <a:rPr lang="en-US"/>
            <a:t> → Fully on edge, zero internet dependency.</a:t>
          </a:r>
        </a:p>
      </dgm:t>
    </dgm:pt>
    <dgm:pt modelId="{4477AB50-13AA-4FC6-A777-6312FA99C5BE}" type="parTrans" cxnId="{222801CE-B71C-4656-8F3A-E3915238ABD2}">
      <dgm:prSet/>
      <dgm:spPr/>
      <dgm:t>
        <a:bodyPr/>
        <a:lstStyle/>
        <a:p>
          <a:endParaRPr lang="en-US"/>
        </a:p>
      </dgm:t>
    </dgm:pt>
    <dgm:pt modelId="{54A83250-A37F-43E7-8329-A356D8F35FB6}" type="sibTrans" cxnId="{222801CE-B71C-4656-8F3A-E3915238ABD2}">
      <dgm:prSet/>
      <dgm:spPr/>
      <dgm:t>
        <a:bodyPr/>
        <a:lstStyle/>
        <a:p>
          <a:endParaRPr lang="en-US"/>
        </a:p>
      </dgm:t>
    </dgm:pt>
    <dgm:pt modelId="{1882EB9C-3CA3-4577-B33A-BB57F68CE86C}" type="pres">
      <dgm:prSet presAssocID="{5B74622E-65BD-4415-88FF-B389287D5E56}" presName="root" presStyleCnt="0">
        <dgm:presLayoutVars>
          <dgm:dir/>
          <dgm:resizeHandles val="exact"/>
        </dgm:presLayoutVars>
      </dgm:prSet>
      <dgm:spPr/>
    </dgm:pt>
    <dgm:pt modelId="{EC70B87D-D355-4B4C-81EF-0EB1A2946374}" type="pres">
      <dgm:prSet presAssocID="{5B74622E-65BD-4415-88FF-B389287D5E56}" presName="container" presStyleCnt="0">
        <dgm:presLayoutVars>
          <dgm:dir/>
          <dgm:resizeHandles val="exact"/>
        </dgm:presLayoutVars>
      </dgm:prSet>
      <dgm:spPr/>
    </dgm:pt>
    <dgm:pt modelId="{B47762F5-264B-4ED2-B70A-FCE498EBCED7}" type="pres">
      <dgm:prSet presAssocID="{A14C471C-5A2A-445C-A5FA-337C062F615A}" presName="compNode" presStyleCnt="0"/>
      <dgm:spPr/>
    </dgm:pt>
    <dgm:pt modelId="{15248812-AE08-4CA0-AA4A-0B0AD347F108}" type="pres">
      <dgm:prSet presAssocID="{A14C471C-5A2A-445C-A5FA-337C062F615A}" presName="iconBgRect" presStyleLbl="bgShp" presStyleIdx="0" presStyleCnt="5"/>
      <dgm:spPr/>
    </dgm:pt>
    <dgm:pt modelId="{105575BF-6354-4CA1-A35A-FCDF563C8302}" type="pres">
      <dgm:prSet presAssocID="{A14C471C-5A2A-445C-A5FA-337C062F615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84BC8C1-2B60-40BD-911D-BE068E94ED32}" type="pres">
      <dgm:prSet presAssocID="{A14C471C-5A2A-445C-A5FA-337C062F615A}" presName="spaceRect" presStyleCnt="0"/>
      <dgm:spPr/>
    </dgm:pt>
    <dgm:pt modelId="{869826C9-CC75-40CC-AE11-B6DEE691859B}" type="pres">
      <dgm:prSet presAssocID="{A14C471C-5A2A-445C-A5FA-337C062F615A}" presName="textRect" presStyleLbl="revTx" presStyleIdx="0" presStyleCnt="5">
        <dgm:presLayoutVars>
          <dgm:chMax val="1"/>
          <dgm:chPref val="1"/>
        </dgm:presLayoutVars>
      </dgm:prSet>
      <dgm:spPr/>
    </dgm:pt>
    <dgm:pt modelId="{15E5A0A3-1F92-4617-89F8-416C4F2D9E22}" type="pres">
      <dgm:prSet presAssocID="{973C706A-DFFB-49A4-AF28-02A6D2791629}" presName="sibTrans" presStyleLbl="sibTrans2D1" presStyleIdx="0" presStyleCnt="0"/>
      <dgm:spPr/>
    </dgm:pt>
    <dgm:pt modelId="{143F917E-DD35-45E1-8E3B-0975A0AEE0A8}" type="pres">
      <dgm:prSet presAssocID="{65ED4AB0-8052-4D0D-81BC-8442940008A3}" presName="compNode" presStyleCnt="0"/>
      <dgm:spPr/>
    </dgm:pt>
    <dgm:pt modelId="{7FCE32E0-D865-4139-8493-56EAB7438F3E}" type="pres">
      <dgm:prSet presAssocID="{65ED4AB0-8052-4D0D-81BC-8442940008A3}" presName="iconBgRect" presStyleLbl="bgShp" presStyleIdx="1" presStyleCnt="5"/>
      <dgm:spPr/>
    </dgm:pt>
    <dgm:pt modelId="{24881C90-BBDA-42D7-BF8E-2F50E0E7676D}" type="pres">
      <dgm:prSet presAssocID="{65ED4AB0-8052-4D0D-81BC-8442940008A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7048FAA-1C0C-4892-8C92-74CD5AC748F7}" type="pres">
      <dgm:prSet presAssocID="{65ED4AB0-8052-4D0D-81BC-8442940008A3}" presName="spaceRect" presStyleCnt="0"/>
      <dgm:spPr/>
    </dgm:pt>
    <dgm:pt modelId="{02C8AAA1-52DD-4C49-9498-310772155934}" type="pres">
      <dgm:prSet presAssocID="{65ED4AB0-8052-4D0D-81BC-8442940008A3}" presName="textRect" presStyleLbl="revTx" presStyleIdx="1" presStyleCnt="5">
        <dgm:presLayoutVars>
          <dgm:chMax val="1"/>
          <dgm:chPref val="1"/>
        </dgm:presLayoutVars>
      </dgm:prSet>
      <dgm:spPr/>
    </dgm:pt>
    <dgm:pt modelId="{0939DE73-4B28-49C7-944B-18CE7B8D29AE}" type="pres">
      <dgm:prSet presAssocID="{1973F375-00D9-48AB-81D5-06615773C6AC}" presName="sibTrans" presStyleLbl="sibTrans2D1" presStyleIdx="0" presStyleCnt="0"/>
      <dgm:spPr/>
    </dgm:pt>
    <dgm:pt modelId="{F84DF726-EFE3-413A-8E09-25E19E4AB0B2}" type="pres">
      <dgm:prSet presAssocID="{B80CF609-AD74-4362-B176-A43373D2CDCE}" presName="compNode" presStyleCnt="0"/>
      <dgm:spPr/>
    </dgm:pt>
    <dgm:pt modelId="{A5103C39-98B6-428B-A868-2C2312C67A90}" type="pres">
      <dgm:prSet presAssocID="{B80CF609-AD74-4362-B176-A43373D2CDCE}" presName="iconBgRect" presStyleLbl="bgShp" presStyleIdx="2" presStyleCnt="5"/>
      <dgm:spPr/>
    </dgm:pt>
    <dgm:pt modelId="{ACE95F81-1151-475B-ACD5-506059F1A373}" type="pres">
      <dgm:prSet presAssocID="{B80CF609-AD74-4362-B176-A43373D2CDC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51330CEC-4ADF-4607-8313-B3D390E9D7B0}" type="pres">
      <dgm:prSet presAssocID="{B80CF609-AD74-4362-B176-A43373D2CDCE}" presName="spaceRect" presStyleCnt="0"/>
      <dgm:spPr/>
    </dgm:pt>
    <dgm:pt modelId="{C90FCC81-9DCE-4327-AD65-18F5EF433D86}" type="pres">
      <dgm:prSet presAssocID="{B80CF609-AD74-4362-B176-A43373D2CDCE}" presName="textRect" presStyleLbl="revTx" presStyleIdx="2" presStyleCnt="5">
        <dgm:presLayoutVars>
          <dgm:chMax val="1"/>
          <dgm:chPref val="1"/>
        </dgm:presLayoutVars>
      </dgm:prSet>
      <dgm:spPr/>
    </dgm:pt>
    <dgm:pt modelId="{E2F5CF65-DEF5-4F91-9FA3-5A4C9DE88D66}" type="pres">
      <dgm:prSet presAssocID="{1E1F967C-15A4-45FF-9B1C-CF0BD33049BC}" presName="sibTrans" presStyleLbl="sibTrans2D1" presStyleIdx="0" presStyleCnt="0"/>
      <dgm:spPr/>
    </dgm:pt>
    <dgm:pt modelId="{AC09A56B-3294-466C-BCA4-0F9D9001354A}" type="pres">
      <dgm:prSet presAssocID="{0C9ECEBF-F1BE-43A2-8F77-18B207985CF0}" presName="compNode" presStyleCnt="0"/>
      <dgm:spPr/>
    </dgm:pt>
    <dgm:pt modelId="{E995FB35-A162-43F0-9FB5-B88440650390}" type="pres">
      <dgm:prSet presAssocID="{0C9ECEBF-F1BE-43A2-8F77-18B207985CF0}" presName="iconBgRect" presStyleLbl="bgShp" presStyleIdx="3" presStyleCnt="5"/>
      <dgm:spPr/>
    </dgm:pt>
    <dgm:pt modelId="{3094E822-15D9-45B1-A0AD-CA5B97665B8A}" type="pres">
      <dgm:prSet presAssocID="{0C9ECEBF-F1BE-43A2-8F77-18B207985C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04BE0C5-9E13-4026-92BD-0C2AE7DFC821}" type="pres">
      <dgm:prSet presAssocID="{0C9ECEBF-F1BE-43A2-8F77-18B207985CF0}" presName="spaceRect" presStyleCnt="0"/>
      <dgm:spPr/>
    </dgm:pt>
    <dgm:pt modelId="{97DC1EF6-1087-430A-BD9C-0591396D4755}" type="pres">
      <dgm:prSet presAssocID="{0C9ECEBF-F1BE-43A2-8F77-18B207985CF0}" presName="textRect" presStyleLbl="revTx" presStyleIdx="3" presStyleCnt="5">
        <dgm:presLayoutVars>
          <dgm:chMax val="1"/>
          <dgm:chPref val="1"/>
        </dgm:presLayoutVars>
      </dgm:prSet>
      <dgm:spPr/>
    </dgm:pt>
    <dgm:pt modelId="{323EAAB7-F833-4B70-BC0B-67F60A19D066}" type="pres">
      <dgm:prSet presAssocID="{15307F3E-B115-454F-99CB-C1B86DD1C6CB}" presName="sibTrans" presStyleLbl="sibTrans2D1" presStyleIdx="0" presStyleCnt="0"/>
      <dgm:spPr/>
    </dgm:pt>
    <dgm:pt modelId="{AB76DDCE-0C85-40F1-93B2-0BD6946AFD28}" type="pres">
      <dgm:prSet presAssocID="{2F56076A-18F9-43E3-9AA7-F7A545A68429}" presName="compNode" presStyleCnt="0"/>
      <dgm:spPr/>
    </dgm:pt>
    <dgm:pt modelId="{52F3BCEE-D896-4AC8-8734-BE4725D9017A}" type="pres">
      <dgm:prSet presAssocID="{2F56076A-18F9-43E3-9AA7-F7A545A68429}" presName="iconBgRect" presStyleLbl="bgShp" presStyleIdx="4" presStyleCnt="5"/>
      <dgm:spPr/>
    </dgm:pt>
    <dgm:pt modelId="{723F36F1-08CF-4F0E-9D90-61D2CE006CE0}" type="pres">
      <dgm:prSet presAssocID="{2F56076A-18F9-43E3-9AA7-F7A545A6842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A9C4FED-C480-49B5-ADA4-048E7C6053D0}" type="pres">
      <dgm:prSet presAssocID="{2F56076A-18F9-43E3-9AA7-F7A545A68429}" presName="spaceRect" presStyleCnt="0"/>
      <dgm:spPr/>
    </dgm:pt>
    <dgm:pt modelId="{8576AA8D-3B85-4BFC-BCC5-1C16DAF46D51}" type="pres">
      <dgm:prSet presAssocID="{2F56076A-18F9-43E3-9AA7-F7A545A6842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C900B0E-335F-4A74-91EA-45FC0340E957}" type="presOf" srcId="{1E1F967C-15A4-45FF-9B1C-CF0BD33049BC}" destId="{E2F5CF65-DEF5-4F91-9FA3-5A4C9DE88D66}" srcOrd="0" destOrd="0" presId="urn:microsoft.com/office/officeart/2018/2/layout/IconCircleList"/>
    <dgm:cxn modelId="{FEB9940F-D676-4B66-A645-A573811D8F90}" type="presOf" srcId="{65ED4AB0-8052-4D0D-81BC-8442940008A3}" destId="{02C8AAA1-52DD-4C49-9498-310772155934}" srcOrd="0" destOrd="0" presId="urn:microsoft.com/office/officeart/2018/2/layout/IconCircleList"/>
    <dgm:cxn modelId="{9941D911-898D-45F6-AE75-726A31532D47}" srcId="{5B74622E-65BD-4415-88FF-B389287D5E56}" destId="{65ED4AB0-8052-4D0D-81BC-8442940008A3}" srcOrd="1" destOrd="0" parTransId="{0986D2DE-F38F-4718-8ED7-F829A81B4F87}" sibTransId="{1973F375-00D9-48AB-81D5-06615773C6AC}"/>
    <dgm:cxn modelId="{92D3C840-A196-48B1-B4E7-6B2A24294C8C}" type="presOf" srcId="{0C9ECEBF-F1BE-43A2-8F77-18B207985CF0}" destId="{97DC1EF6-1087-430A-BD9C-0591396D4755}" srcOrd="0" destOrd="0" presId="urn:microsoft.com/office/officeart/2018/2/layout/IconCircleList"/>
    <dgm:cxn modelId="{A7091A66-3AB7-4DD2-A620-203AE020E06A}" srcId="{5B74622E-65BD-4415-88FF-B389287D5E56}" destId="{A14C471C-5A2A-445C-A5FA-337C062F615A}" srcOrd="0" destOrd="0" parTransId="{BDE833C3-8268-45BC-9A15-58196340F6D3}" sibTransId="{973C706A-DFFB-49A4-AF28-02A6D2791629}"/>
    <dgm:cxn modelId="{741AA673-9B66-4D1D-A9FA-BCFC1450E016}" srcId="{5B74622E-65BD-4415-88FF-B389287D5E56}" destId="{B80CF609-AD74-4362-B176-A43373D2CDCE}" srcOrd="2" destOrd="0" parTransId="{12AF3EA3-793B-4AA3-A5F3-195A2660D8C3}" sibTransId="{1E1F967C-15A4-45FF-9B1C-CF0BD33049BC}"/>
    <dgm:cxn modelId="{01378576-3766-4C0E-8DCF-CEFC802C2747}" type="presOf" srcId="{A14C471C-5A2A-445C-A5FA-337C062F615A}" destId="{869826C9-CC75-40CC-AE11-B6DEE691859B}" srcOrd="0" destOrd="0" presId="urn:microsoft.com/office/officeart/2018/2/layout/IconCircleList"/>
    <dgm:cxn modelId="{1EA4AFA1-99E1-4155-899D-3075A9E087F7}" type="presOf" srcId="{2F56076A-18F9-43E3-9AA7-F7A545A68429}" destId="{8576AA8D-3B85-4BFC-BCC5-1C16DAF46D51}" srcOrd="0" destOrd="0" presId="urn:microsoft.com/office/officeart/2018/2/layout/IconCircleList"/>
    <dgm:cxn modelId="{949D26B1-E590-4840-ADFB-02885D85083A}" type="presOf" srcId="{5B74622E-65BD-4415-88FF-B389287D5E56}" destId="{1882EB9C-3CA3-4577-B33A-BB57F68CE86C}" srcOrd="0" destOrd="0" presId="urn:microsoft.com/office/officeart/2018/2/layout/IconCircleList"/>
    <dgm:cxn modelId="{3DAE03C9-4AD4-49B8-BB43-1958DFA95400}" type="presOf" srcId="{1973F375-00D9-48AB-81D5-06615773C6AC}" destId="{0939DE73-4B28-49C7-944B-18CE7B8D29AE}" srcOrd="0" destOrd="0" presId="urn:microsoft.com/office/officeart/2018/2/layout/IconCircleList"/>
    <dgm:cxn modelId="{222801CE-B71C-4656-8F3A-E3915238ABD2}" srcId="{5B74622E-65BD-4415-88FF-B389287D5E56}" destId="{2F56076A-18F9-43E3-9AA7-F7A545A68429}" srcOrd="4" destOrd="0" parTransId="{4477AB50-13AA-4FC6-A777-6312FA99C5BE}" sibTransId="{54A83250-A37F-43E7-8329-A356D8F35FB6}"/>
    <dgm:cxn modelId="{084F2ECF-DCED-465C-80D1-C3A10FDD235A}" type="presOf" srcId="{15307F3E-B115-454F-99CB-C1B86DD1C6CB}" destId="{323EAAB7-F833-4B70-BC0B-67F60A19D066}" srcOrd="0" destOrd="0" presId="urn:microsoft.com/office/officeart/2018/2/layout/IconCircleList"/>
    <dgm:cxn modelId="{300E55E6-B358-4ABB-852E-9215991FD92E}" type="presOf" srcId="{973C706A-DFFB-49A4-AF28-02A6D2791629}" destId="{15E5A0A3-1F92-4617-89F8-416C4F2D9E22}" srcOrd="0" destOrd="0" presId="urn:microsoft.com/office/officeart/2018/2/layout/IconCircleList"/>
    <dgm:cxn modelId="{31DE0BF2-69EF-4E1F-A627-26945291603A}" type="presOf" srcId="{B80CF609-AD74-4362-B176-A43373D2CDCE}" destId="{C90FCC81-9DCE-4327-AD65-18F5EF433D86}" srcOrd="0" destOrd="0" presId="urn:microsoft.com/office/officeart/2018/2/layout/IconCircleList"/>
    <dgm:cxn modelId="{746BAEFF-7714-41C1-93C6-3C3F798FECA4}" srcId="{5B74622E-65BD-4415-88FF-B389287D5E56}" destId="{0C9ECEBF-F1BE-43A2-8F77-18B207985CF0}" srcOrd="3" destOrd="0" parTransId="{74104556-F94F-4070-94B7-A2543EC1C96B}" sibTransId="{15307F3E-B115-454F-99CB-C1B86DD1C6CB}"/>
    <dgm:cxn modelId="{F148AF0A-D694-4FAE-BE63-917C722728C7}" type="presParOf" srcId="{1882EB9C-3CA3-4577-B33A-BB57F68CE86C}" destId="{EC70B87D-D355-4B4C-81EF-0EB1A2946374}" srcOrd="0" destOrd="0" presId="urn:microsoft.com/office/officeart/2018/2/layout/IconCircleList"/>
    <dgm:cxn modelId="{F0976255-C668-4802-B585-84AC165B17FA}" type="presParOf" srcId="{EC70B87D-D355-4B4C-81EF-0EB1A2946374}" destId="{B47762F5-264B-4ED2-B70A-FCE498EBCED7}" srcOrd="0" destOrd="0" presId="urn:microsoft.com/office/officeart/2018/2/layout/IconCircleList"/>
    <dgm:cxn modelId="{07C173A9-FAAF-46A7-BDEC-ED323C2CA789}" type="presParOf" srcId="{B47762F5-264B-4ED2-B70A-FCE498EBCED7}" destId="{15248812-AE08-4CA0-AA4A-0B0AD347F108}" srcOrd="0" destOrd="0" presId="urn:microsoft.com/office/officeart/2018/2/layout/IconCircleList"/>
    <dgm:cxn modelId="{5FE46778-B496-4970-B93F-B24280143FBD}" type="presParOf" srcId="{B47762F5-264B-4ED2-B70A-FCE498EBCED7}" destId="{105575BF-6354-4CA1-A35A-FCDF563C8302}" srcOrd="1" destOrd="0" presId="urn:microsoft.com/office/officeart/2018/2/layout/IconCircleList"/>
    <dgm:cxn modelId="{F8C8D108-0534-4186-9B96-4FD18E0C6276}" type="presParOf" srcId="{B47762F5-264B-4ED2-B70A-FCE498EBCED7}" destId="{684BC8C1-2B60-40BD-911D-BE068E94ED32}" srcOrd="2" destOrd="0" presId="urn:microsoft.com/office/officeart/2018/2/layout/IconCircleList"/>
    <dgm:cxn modelId="{A9FF95F4-599F-4D60-A62C-2805CBFE1628}" type="presParOf" srcId="{B47762F5-264B-4ED2-B70A-FCE498EBCED7}" destId="{869826C9-CC75-40CC-AE11-B6DEE691859B}" srcOrd="3" destOrd="0" presId="urn:microsoft.com/office/officeart/2018/2/layout/IconCircleList"/>
    <dgm:cxn modelId="{61E81CEB-0E9C-4320-81A6-0DFA2DC7C94E}" type="presParOf" srcId="{EC70B87D-D355-4B4C-81EF-0EB1A2946374}" destId="{15E5A0A3-1F92-4617-89F8-416C4F2D9E22}" srcOrd="1" destOrd="0" presId="urn:microsoft.com/office/officeart/2018/2/layout/IconCircleList"/>
    <dgm:cxn modelId="{7433B1DA-4BB7-4133-BC20-EB0E25E92F37}" type="presParOf" srcId="{EC70B87D-D355-4B4C-81EF-0EB1A2946374}" destId="{143F917E-DD35-45E1-8E3B-0975A0AEE0A8}" srcOrd="2" destOrd="0" presId="urn:microsoft.com/office/officeart/2018/2/layout/IconCircleList"/>
    <dgm:cxn modelId="{393B17F5-A8A2-4B30-9E7F-E54BBCFE0BCA}" type="presParOf" srcId="{143F917E-DD35-45E1-8E3B-0975A0AEE0A8}" destId="{7FCE32E0-D865-4139-8493-56EAB7438F3E}" srcOrd="0" destOrd="0" presId="urn:microsoft.com/office/officeart/2018/2/layout/IconCircleList"/>
    <dgm:cxn modelId="{9E53AE84-64CE-4173-BDDD-832AD11DA770}" type="presParOf" srcId="{143F917E-DD35-45E1-8E3B-0975A0AEE0A8}" destId="{24881C90-BBDA-42D7-BF8E-2F50E0E7676D}" srcOrd="1" destOrd="0" presId="urn:microsoft.com/office/officeart/2018/2/layout/IconCircleList"/>
    <dgm:cxn modelId="{48A0247E-B124-4324-90CF-EAC6A20C6E37}" type="presParOf" srcId="{143F917E-DD35-45E1-8E3B-0975A0AEE0A8}" destId="{07048FAA-1C0C-4892-8C92-74CD5AC748F7}" srcOrd="2" destOrd="0" presId="urn:microsoft.com/office/officeart/2018/2/layout/IconCircleList"/>
    <dgm:cxn modelId="{B431D773-E836-4CE0-8E6D-3B919CE9109C}" type="presParOf" srcId="{143F917E-DD35-45E1-8E3B-0975A0AEE0A8}" destId="{02C8AAA1-52DD-4C49-9498-310772155934}" srcOrd="3" destOrd="0" presId="urn:microsoft.com/office/officeart/2018/2/layout/IconCircleList"/>
    <dgm:cxn modelId="{DD51C88D-ED3C-45DD-A409-6D1D30C61D6C}" type="presParOf" srcId="{EC70B87D-D355-4B4C-81EF-0EB1A2946374}" destId="{0939DE73-4B28-49C7-944B-18CE7B8D29AE}" srcOrd="3" destOrd="0" presId="urn:microsoft.com/office/officeart/2018/2/layout/IconCircleList"/>
    <dgm:cxn modelId="{FCA87FAF-AB46-4279-B73C-94A06766AEE1}" type="presParOf" srcId="{EC70B87D-D355-4B4C-81EF-0EB1A2946374}" destId="{F84DF726-EFE3-413A-8E09-25E19E4AB0B2}" srcOrd="4" destOrd="0" presId="urn:microsoft.com/office/officeart/2018/2/layout/IconCircleList"/>
    <dgm:cxn modelId="{A8CF810E-0C59-4444-BBD1-19FCCC623407}" type="presParOf" srcId="{F84DF726-EFE3-413A-8E09-25E19E4AB0B2}" destId="{A5103C39-98B6-428B-A868-2C2312C67A90}" srcOrd="0" destOrd="0" presId="urn:microsoft.com/office/officeart/2018/2/layout/IconCircleList"/>
    <dgm:cxn modelId="{26E62835-3182-4FE8-A39C-DF93CFF4E81D}" type="presParOf" srcId="{F84DF726-EFE3-413A-8E09-25E19E4AB0B2}" destId="{ACE95F81-1151-475B-ACD5-506059F1A373}" srcOrd="1" destOrd="0" presId="urn:microsoft.com/office/officeart/2018/2/layout/IconCircleList"/>
    <dgm:cxn modelId="{3F4C0D18-D7F1-4D82-9D49-31F1BA09F366}" type="presParOf" srcId="{F84DF726-EFE3-413A-8E09-25E19E4AB0B2}" destId="{51330CEC-4ADF-4607-8313-B3D390E9D7B0}" srcOrd="2" destOrd="0" presId="urn:microsoft.com/office/officeart/2018/2/layout/IconCircleList"/>
    <dgm:cxn modelId="{A69A4240-0F73-43F0-9DC0-76C4488F3539}" type="presParOf" srcId="{F84DF726-EFE3-413A-8E09-25E19E4AB0B2}" destId="{C90FCC81-9DCE-4327-AD65-18F5EF433D86}" srcOrd="3" destOrd="0" presId="urn:microsoft.com/office/officeart/2018/2/layout/IconCircleList"/>
    <dgm:cxn modelId="{4EDF683B-6903-4EDF-B6E0-62A3A6D31664}" type="presParOf" srcId="{EC70B87D-D355-4B4C-81EF-0EB1A2946374}" destId="{E2F5CF65-DEF5-4F91-9FA3-5A4C9DE88D66}" srcOrd="5" destOrd="0" presId="urn:microsoft.com/office/officeart/2018/2/layout/IconCircleList"/>
    <dgm:cxn modelId="{7C812F88-0C45-4C08-82E3-E44823833960}" type="presParOf" srcId="{EC70B87D-D355-4B4C-81EF-0EB1A2946374}" destId="{AC09A56B-3294-466C-BCA4-0F9D9001354A}" srcOrd="6" destOrd="0" presId="urn:microsoft.com/office/officeart/2018/2/layout/IconCircleList"/>
    <dgm:cxn modelId="{E5EEF281-18ED-4B2E-AF8E-BF16A9F391E2}" type="presParOf" srcId="{AC09A56B-3294-466C-BCA4-0F9D9001354A}" destId="{E995FB35-A162-43F0-9FB5-B88440650390}" srcOrd="0" destOrd="0" presId="urn:microsoft.com/office/officeart/2018/2/layout/IconCircleList"/>
    <dgm:cxn modelId="{232CD1C1-A350-416A-A431-61F6511C232D}" type="presParOf" srcId="{AC09A56B-3294-466C-BCA4-0F9D9001354A}" destId="{3094E822-15D9-45B1-A0AD-CA5B97665B8A}" srcOrd="1" destOrd="0" presId="urn:microsoft.com/office/officeart/2018/2/layout/IconCircleList"/>
    <dgm:cxn modelId="{D8E604D2-8C4F-4FB5-9A2B-BC17DE355DB5}" type="presParOf" srcId="{AC09A56B-3294-466C-BCA4-0F9D9001354A}" destId="{C04BE0C5-9E13-4026-92BD-0C2AE7DFC821}" srcOrd="2" destOrd="0" presId="urn:microsoft.com/office/officeart/2018/2/layout/IconCircleList"/>
    <dgm:cxn modelId="{114C3BE4-EDC3-42C1-AED3-89DB7FB09860}" type="presParOf" srcId="{AC09A56B-3294-466C-BCA4-0F9D9001354A}" destId="{97DC1EF6-1087-430A-BD9C-0591396D4755}" srcOrd="3" destOrd="0" presId="urn:microsoft.com/office/officeart/2018/2/layout/IconCircleList"/>
    <dgm:cxn modelId="{A3A1E185-3C1C-4AB7-B7FF-6E596D585F04}" type="presParOf" srcId="{EC70B87D-D355-4B4C-81EF-0EB1A2946374}" destId="{323EAAB7-F833-4B70-BC0B-67F60A19D066}" srcOrd="7" destOrd="0" presId="urn:microsoft.com/office/officeart/2018/2/layout/IconCircleList"/>
    <dgm:cxn modelId="{91ED049F-8C9F-4DA3-AA4A-34EF8E60BDAD}" type="presParOf" srcId="{EC70B87D-D355-4B4C-81EF-0EB1A2946374}" destId="{AB76DDCE-0C85-40F1-93B2-0BD6946AFD28}" srcOrd="8" destOrd="0" presId="urn:microsoft.com/office/officeart/2018/2/layout/IconCircleList"/>
    <dgm:cxn modelId="{6C9CC7F4-EF0D-4BE7-9DCB-0F0E2A0BBD76}" type="presParOf" srcId="{AB76DDCE-0C85-40F1-93B2-0BD6946AFD28}" destId="{52F3BCEE-D896-4AC8-8734-BE4725D9017A}" srcOrd="0" destOrd="0" presId="urn:microsoft.com/office/officeart/2018/2/layout/IconCircleList"/>
    <dgm:cxn modelId="{12520125-5D4C-4822-A4AA-ECEED60BB594}" type="presParOf" srcId="{AB76DDCE-0C85-40F1-93B2-0BD6946AFD28}" destId="{723F36F1-08CF-4F0E-9D90-61D2CE006CE0}" srcOrd="1" destOrd="0" presId="urn:microsoft.com/office/officeart/2018/2/layout/IconCircleList"/>
    <dgm:cxn modelId="{A52E9F6D-F62E-464B-B6BD-3327224D28C8}" type="presParOf" srcId="{AB76DDCE-0C85-40F1-93B2-0BD6946AFD28}" destId="{4A9C4FED-C480-49B5-ADA4-048E7C6053D0}" srcOrd="2" destOrd="0" presId="urn:microsoft.com/office/officeart/2018/2/layout/IconCircleList"/>
    <dgm:cxn modelId="{5D940E33-25FB-4CDE-B175-50708DC5389D}" type="presParOf" srcId="{AB76DDCE-0C85-40F1-93B2-0BD6946AFD28}" destId="{8576AA8D-3B85-4BFC-BCC5-1C16DAF46D5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71F8B1-70B9-4ACF-81D8-972DC90E21D5}">
      <dsp:nvSpPr>
        <dsp:cNvPr id="0" name=""/>
        <dsp:cNvSpPr/>
      </dsp:nvSpPr>
      <dsp:spPr>
        <a:xfrm>
          <a:off x="2310" y="893142"/>
          <a:ext cx="1833041" cy="25662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Manual LEGO sorting is </a:t>
          </a:r>
          <a:r>
            <a:rPr lang="en-US" sz="1400" b="1" kern="1200"/>
            <a:t>slow, costly, and error-prone</a:t>
          </a:r>
          <a:r>
            <a:rPr lang="en-US" sz="1400" kern="1200"/>
            <a:t>.</a:t>
          </a:r>
        </a:p>
      </dsp:txBody>
      <dsp:txXfrm>
        <a:off x="2310" y="1868321"/>
        <a:ext cx="1833041" cy="1539754"/>
      </dsp:txXfrm>
    </dsp:sp>
    <dsp:sp modelId="{4FDD45AB-F486-429F-90ED-B9F3C0D432CC}">
      <dsp:nvSpPr>
        <dsp:cNvPr id="0" name=""/>
        <dsp:cNvSpPr/>
      </dsp:nvSpPr>
      <dsp:spPr>
        <a:xfrm>
          <a:off x="533892" y="1149768"/>
          <a:ext cx="769877" cy="769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1</a:t>
          </a:r>
        </a:p>
      </dsp:txBody>
      <dsp:txXfrm>
        <a:off x="646638" y="1262514"/>
        <a:ext cx="544385" cy="544385"/>
      </dsp:txXfrm>
    </dsp:sp>
    <dsp:sp modelId="{4F5DC226-640E-48EA-AF74-DDB3C1AB153C}">
      <dsp:nvSpPr>
        <dsp:cNvPr id="0" name=""/>
        <dsp:cNvSpPr/>
      </dsp:nvSpPr>
      <dsp:spPr>
        <a:xfrm>
          <a:off x="2310" y="3459329"/>
          <a:ext cx="183304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B3C50-40A6-4594-8F93-1327B7CD79D2}">
      <dsp:nvSpPr>
        <dsp:cNvPr id="0" name=""/>
        <dsp:cNvSpPr/>
      </dsp:nvSpPr>
      <dsp:spPr>
        <a:xfrm>
          <a:off x="2018656" y="893142"/>
          <a:ext cx="1833041" cy="25662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Commercial sorters lack </a:t>
          </a:r>
          <a:r>
            <a:rPr lang="en-US" sz="1400" b="1" kern="1200"/>
            <a:t>precision</a:t>
          </a:r>
          <a:r>
            <a:rPr lang="en-US" sz="1400" kern="1200"/>
            <a:t> for 300+ part types and colors.</a:t>
          </a:r>
        </a:p>
      </dsp:txBody>
      <dsp:txXfrm>
        <a:off x="2018656" y="1868321"/>
        <a:ext cx="1833041" cy="1539754"/>
      </dsp:txXfrm>
    </dsp:sp>
    <dsp:sp modelId="{075F445F-0DAE-4871-B1AD-D99DC0E7144D}">
      <dsp:nvSpPr>
        <dsp:cNvPr id="0" name=""/>
        <dsp:cNvSpPr/>
      </dsp:nvSpPr>
      <dsp:spPr>
        <a:xfrm>
          <a:off x="2550238" y="1149768"/>
          <a:ext cx="769877" cy="769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2</a:t>
          </a:r>
        </a:p>
      </dsp:txBody>
      <dsp:txXfrm>
        <a:off x="2662984" y="1262514"/>
        <a:ext cx="544385" cy="544385"/>
      </dsp:txXfrm>
    </dsp:sp>
    <dsp:sp modelId="{A57352BF-7B96-4E69-86E4-E957D8D6342A}">
      <dsp:nvSpPr>
        <dsp:cNvPr id="0" name=""/>
        <dsp:cNvSpPr/>
      </dsp:nvSpPr>
      <dsp:spPr>
        <a:xfrm>
          <a:off x="2018656" y="3459329"/>
          <a:ext cx="183304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83AE3-EC02-45D7-B1EF-417C6A8CD949}">
      <dsp:nvSpPr>
        <dsp:cNvPr id="0" name=""/>
        <dsp:cNvSpPr/>
      </dsp:nvSpPr>
      <dsp:spPr>
        <a:xfrm>
          <a:off x="4035002" y="893142"/>
          <a:ext cx="1833041" cy="25662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Cloud-based systems not viable → needed </a:t>
          </a:r>
          <a:r>
            <a:rPr lang="en-US" sz="1400" b="1" kern="1200"/>
            <a:t>edge-only deployment</a:t>
          </a:r>
          <a:r>
            <a:rPr lang="en-US" sz="1400" kern="1200"/>
            <a:t>.</a:t>
          </a:r>
        </a:p>
      </dsp:txBody>
      <dsp:txXfrm>
        <a:off x="4035002" y="1868321"/>
        <a:ext cx="1833041" cy="1539754"/>
      </dsp:txXfrm>
    </dsp:sp>
    <dsp:sp modelId="{019035F3-774B-44A9-AD81-BF99998B5717}">
      <dsp:nvSpPr>
        <dsp:cNvPr id="0" name=""/>
        <dsp:cNvSpPr/>
      </dsp:nvSpPr>
      <dsp:spPr>
        <a:xfrm>
          <a:off x="4566584" y="1149768"/>
          <a:ext cx="769877" cy="769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3</a:t>
          </a:r>
        </a:p>
      </dsp:txBody>
      <dsp:txXfrm>
        <a:off x="4679330" y="1262514"/>
        <a:ext cx="544385" cy="544385"/>
      </dsp:txXfrm>
    </dsp:sp>
    <dsp:sp modelId="{5D44B560-32C2-4D61-B5EA-B3AB3D878556}">
      <dsp:nvSpPr>
        <dsp:cNvPr id="0" name=""/>
        <dsp:cNvSpPr/>
      </dsp:nvSpPr>
      <dsp:spPr>
        <a:xfrm>
          <a:off x="4035002" y="3459329"/>
          <a:ext cx="183304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BC73D-540A-4F80-BE89-A04F1CBFBBC9}">
      <dsp:nvSpPr>
        <dsp:cNvPr id="0" name=""/>
        <dsp:cNvSpPr/>
      </dsp:nvSpPr>
      <dsp:spPr>
        <a:xfrm>
          <a:off x="6051347" y="893142"/>
          <a:ext cx="1833041" cy="256625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911" tIns="330200" rIns="142911" bIns="3302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Real-time sorting required </a:t>
          </a:r>
          <a:r>
            <a:rPr lang="en-US" sz="1400" b="1" kern="1200"/>
            <a:t>tight PLC hardware integration</a:t>
          </a:r>
          <a:r>
            <a:rPr lang="en-US" sz="1400" kern="1200"/>
            <a:t>.</a:t>
          </a:r>
        </a:p>
      </dsp:txBody>
      <dsp:txXfrm>
        <a:off x="6051347" y="1868321"/>
        <a:ext cx="1833041" cy="1539754"/>
      </dsp:txXfrm>
    </dsp:sp>
    <dsp:sp modelId="{BCBB3421-D3AE-4E7F-AE3B-AB1B5E62F764}">
      <dsp:nvSpPr>
        <dsp:cNvPr id="0" name=""/>
        <dsp:cNvSpPr/>
      </dsp:nvSpPr>
      <dsp:spPr>
        <a:xfrm>
          <a:off x="6582929" y="1149768"/>
          <a:ext cx="769877" cy="7698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23" tIns="12700" rIns="60023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4</a:t>
          </a:r>
        </a:p>
      </dsp:txBody>
      <dsp:txXfrm>
        <a:off x="6695675" y="1262514"/>
        <a:ext cx="544385" cy="544385"/>
      </dsp:txXfrm>
    </dsp:sp>
    <dsp:sp modelId="{BF0A29CA-C5AE-4AF1-838A-3783647E28CB}">
      <dsp:nvSpPr>
        <dsp:cNvPr id="0" name=""/>
        <dsp:cNvSpPr/>
      </dsp:nvSpPr>
      <dsp:spPr>
        <a:xfrm>
          <a:off x="6051347" y="3459329"/>
          <a:ext cx="1833041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75449-1F70-4309-A2F2-B831D7720D4B}">
      <dsp:nvSpPr>
        <dsp:cNvPr id="0" name=""/>
        <dsp:cNvSpPr/>
      </dsp:nvSpPr>
      <dsp:spPr>
        <a:xfrm>
          <a:off x="0" y="3400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2BBC4-B4E5-4AB7-AAFE-699552D04986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6CE90-4D6F-44B6-8489-E2F71D051638}">
      <dsp:nvSpPr>
        <dsp:cNvPr id="0" name=""/>
        <dsp:cNvSpPr/>
      </dsp:nvSpPr>
      <dsp:spPr>
        <a:xfrm>
          <a:off x="836555" y="3400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Built a </a:t>
          </a:r>
          <a:r>
            <a:rPr lang="en-US" sz="1800" b="1" kern="1200"/>
            <a:t>real-time AI pipeline</a:t>
          </a:r>
          <a:r>
            <a:rPr lang="en-US" sz="1800" kern="1200"/>
            <a:t> on NVIDIA Jetson Orin NX.</a:t>
          </a:r>
        </a:p>
      </dsp:txBody>
      <dsp:txXfrm>
        <a:off x="836555" y="3400"/>
        <a:ext cx="7050144" cy="724290"/>
      </dsp:txXfrm>
    </dsp:sp>
    <dsp:sp modelId="{29A80BAF-566F-45F9-AA7C-14682E11504B}">
      <dsp:nvSpPr>
        <dsp:cNvPr id="0" name=""/>
        <dsp:cNvSpPr/>
      </dsp:nvSpPr>
      <dsp:spPr>
        <a:xfrm>
          <a:off x="0" y="908763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7D6BD-5161-4766-B9C6-19E5FF519A59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01297-0506-4113-9D24-B94D992044A5}">
      <dsp:nvSpPr>
        <dsp:cNvPr id="0" name=""/>
        <dsp:cNvSpPr/>
      </dsp:nvSpPr>
      <dsp:spPr>
        <a:xfrm>
          <a:off x="836555" y="908763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Used </a:t>
          </a:r>
          <a:r>
            <a:rPr lang="en-US" sz="1800" b="1" kern="1200"/>
            <a:t>YOLOv8 + TensorRT + DeepStream</a:t>
          </a:r>
          <a:r>
            <a:rPr lang="en-US" sz="1800" kern="1200"/>
            <a:t> for high-speed detection &amp; classification.</a:t>
          </a:r>
        </a:p>
      </dsp:txBody>
      <dsp:txXfrm>
        <a:off x="836555" y="908763"/>
        <a:ext cx="7050144" cy="724290"/>
      </dsp:txXfrm>
    </dsp:sp>
    <dsp:sp modelId="{B04098C5-FF0A-4C8A-AD50-22167D6DFF4A}">
      <dsp:nvSpPr>
        <dsp:cNvPr id="0" name=""/>
        <dsp:cNvSpPr/>
      </dsp:nvSpPr>
      <dsp:spPr>
        <a:xfrm>
          <a:off x="0" y="1814126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AFF87D-ACC0-41C6-8160-774513269506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4E983-FB82-4978-8DC3-C7BCD99BDE56}">
      <dsp:nvSpPr>
        <dsp:cNvPr id="0" name=""/>
        <dsp:cNvSpPr/>
      </dsp:nvSpPr>
      <dsp:spPr>
        <a:xfrm>
          <a:off x="836555" y="1814126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Designed </a:t>
          </a:r>
          <a:r>
            <a:rPr lang="en-US" sz="1800" b="1" kern="1200"/>
            <a:t>custom GStreamer pipeline</a:t>
          </a:r>
          <a:r>
            <a:rPr lang="en-US" sz="1800" kern="1200"/>
            <a:t> for stable, scalable throughput.</a:t>
          </a:r>
        </a:p>
      </dsp:txBody>
      <dsp:txXfrm>
        <a:off x="836555" y="1814126"/>
        <a:ext cx="7050144" cy="724290"/>
      </dsp:txXfrm>
    </dsp:sp>
    <dsp:sp modelId="{3447B356-96D2-4B5F-91BD-86D613174F39}">
      <dsp:nvSpPr>
        <dsp:cNvPr id="0" name=""/>
        <dsp:cNvSpPr/>
      </dsp:nvSpPr>
      <dsp:spPr>
        <a:xfrm>
          <a:off x="0" y="2719489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CA3C95-DD24-4A20-ABC6-9C233CBCBE62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99EE4-B891-476A-87CA-54871A64D7E7}">
      <dsp:nvSpPr>
        <dsp:cNvPr id="0" name=""/>
        <dsp:cNvSpPr/>
      </dsp:nvSpPr>
      <dsp:spPr>
        <a:xfrm>
          <a:off x="836555" y="2719489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Integrated </a:t>
          </a:r>
          <a:r>
            <a:rPr lang="en-US" sz="1800" b="1" kern="1200"/>
            <a:t>PLC via Modbus</a:t>
          </a:r>
          <a:r>
            <a:rPr lang="en-US" sz="1800" kern="1200"/>
            <a:t> for reliable bin-sorting actuation (&lt;100 ms latency).</a:t>
          </a:r>
        </a:p>
      </dsp:txBody>
      <dsp:txXfrm>
        <a:off x="836555" y="2719489"/>
        <a:ext cx="7050144" cy="724290"/>
      </dsp:txXfrm>
    </dsp:sp>
    <dsp:sp modelId="{CA0C1632-784E-4F3A-8594-C8C402DF422A}">
      <dsp:nvSpPr>
        <dsp:cNvPr id="0" name=""/>
        <dsp:cNvSpPr/>
      </dsp:nvSpPr>
      <dsp:spPr>
        <a:xfrm>
          <a:off x="0" y="3624853"/>
          <a:ext cx="7886700" cy="72429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E3D30-2465-4B63-9172-2C019B476CFA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67028-A617-42A7-B47E-4DB7557B53D2}">
      <dsp:nvSpPr>
        <dsp:cNvPr id="0" name=""/>
        <dsp:cNvSpPr/>
      </dsp:nvSpPr>
      <dsp:spPr>
        <a:xfrm>
          <a:off x="836555" y="3624853"/>
          <a:ext cx="70501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Automated dataset pipelines → expand to new LEGO types without manual labeling.</a:t>
          </a:r>
        </a:p>
      </dsp:txBody>
      <dsp:txXfrm>
        <a:off x="836555" y="3624853"/>
        <a:ext cx="7050144" cy="724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4CC9F8-07A1-4B14-9B97-1017FF4EF202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38BCE-F093-429C-A850-04D8B2BAD6E8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Precise Detection</a:t>
          </a:r>
          <a:r>
            <a:rPr lang="en-US" sz="2200" kern="1200"/>
            <a:t> → Identifies 300+ LEGO part types and color variants.</a:t>
          </a:r>
        </a:p>
      </dsp:txBody>
      <dsp:txXfrm>
        <a:off x="0" y="675"/>
        <a:ext cx="4718785" cy="1105876"/>
      </dsp:txXfrm>
    </dsp:sp>
    <dsp:sp modelId="{7A76AB50-0D82-4BF4-9EFA-730E227AF15A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F8C9C-7ED5-4C5E-85DC-548691DCF3A2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Edge-Native AI</a:t>
          </a:r>
          <a:r>
            <a:rPr lang="en-US" sz="2200" kern="1200"/>
            <a:t> → Runs fully on Jetson Orin NX with TensorRT &amp; DeepStream.</a:t>
          </a:r>
        </a:p>
      </dsp:txBody>
      <dsp:txXfrm>
        <a:off x="0" y="1106552"/>
        <a:ext cx="4718785" cy="1105876"/>
      </dsp:txXfrm>
    </dsp:sp>
    <dsp:sp modelId="{55F69077-0CF1-4E1B-91A2-DE964CC6A1F2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F778D-96EA-4674-B196-9B1AFC83C91F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 </a:t>
          </a:r>
          <a:r>
            <a:rPr lang="en-US" sz="2200" b="1" kern="1200"/>
            <a:t>Industrial-Grade Reliability</a:t>
          </a:r>
          <a:r>
            <a:rPr lang="en-US" sz="2200" kern="1200"/>
            <a:t> → Robust PLC integration with Modbus protocol.</a:t>
          </a:r>
        </a:p>
      </dsp:txBody>
      <dsp:txXfrm>
        <a:off x="0" y="2212429"/>
        <a:ext cx="4718785" cy="1105876"/>
      </dsp:txXfrm>
    </dsp:sp>
    <dsp:sp modelId="{B64B7169-62B9-4C07-8656-1E051C2C5BFF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C1AAA-E607-4F57-B5A8-C438ABB3ECD8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Scalable Training</a:t>
          </a:r>
          <a:r>
            <a:rPr lang="en-US" sz="2200" kern="1200"/>
            <a:t> → New LEGO types added automatically, no manual labeling.</a:t>
          </a:r>
        </a:p>
      </dsp:txBody>
      <dsp:txXfrm>
        <a:off x="0" y="3318305"/>
        <a:ext cx="4718785" cy="1105876"/>
      </dsp:txXfrm>
    </dsp:sp>
    <dsp:sp modelId="{7B3C6408-9B2A-488E-9258-334DF39EA280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2FB64-2A30-489F-8B51-01FFDEE5589D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 </a:t>
          </a:r>
          <a:r>
            <a:rPr lang="en-US" sz="2200" b="1" kern="1200"/>
            <a:t>Real-Time Tracking</a:t>
          </a:r>
          <a:r>
            <a:rPr lang="en-US" sz="2200" kern="1200"/>
            <a:t> → Conveyor-based part tracking with smooth sorting logic.</a:t>
          </a:r>
        </a:p>
      </dsp:txBody>
      <dsp:txXfrm>
        <a:off x="0" y="4424182"/>
        <a:ext cx="4718785" cy="11058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248812-AE08-4CA0-AA4A-0B0AD347F108}">
      <dsp:nvSpPr>
        <dsp:cNvPr id="0" name=""/>
        <dsp:cNvSpPr/>
      </dsp:nvSpPr>
      <dsp:spPr>
        <a:xfrm>
          <a:off x="712902" y="25676"/>
          <a:ext cx="855343" cy="8553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575BF-6354-4CA1-A35A-FCDF563C8302}">
      <dsp:nvSpPr>
        <dsp:cNvPr id="0" name=""/>
        <dsp:cNvSpPr/>
      </dsp:nvSpPr>
      <dsp:spPr>
        <a:xfrm>
          <a:off x="892524" y="205298"/>
          <a:ext cx="496099" cy="496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9826C9-CC75-40CC-AE11-B6DEE691859B}">
      <dsp:nvSpPr>
        <dsp:cNvPr id="0" name=""/>
        <dsp:cNvSpPr/>
      </dsp:nvSpPr>
      <dsp:spPr>
        <a:xfrm>
          <a:off x="1751533" y="25676"/>
          <a:ext cx="2016165" cy="855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Accuracy</a:t>
          </a:r>
          <a:r>
            <a:rPr lang="en-US" sz="1700" kern="1200"/>
            <a:t> → ~96.3% across 300+ LEGO parts.</a:t>
          </a:r>
        </a:p>
      </dsp:txBody>
      <dsp:txXfrm>
        <a:off x="1751533" y="25676"/>
        <a:ext cx="2016165" cy="855343"/>
      </dsp:txXfrm>
    </dsp:sp>
    <dsp:sp modelId="{7FCE32E0-D865-4139-8493-56EAB7438F3E}">
      <dsp:nvSpPr>
        <dsp:cNvPr id="0" name=""/>
        <dsp:cNvSpPr/>
      </dsp:nvSpPr>
      <dsp:spPr>
        <a:xfrm>
          <a:off x="4119000" y="25676"/>
          <a:ext cx="855343" cy="8553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881C90-BBDA-42D7-BF8E-2F50E0E7676D}">
      <dsp:nvSpPr>
        <dsp:cNvPr id="0" name=""/>
        <dsp:cNvSpPr/>
      </dsp:nvSpPr>
      <dsp:spPr>
        <a:xfrm>
          <a:off x="4298622" y="205298"/>
          <a:ext cx="496099" cy="496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8AAA1-52DD-4C49-9498-310772155934}">
      <dsp:nvSpPr>
        <dsp:cNvPr id="0" name=""/>
        <dsp:cNvSpPr/>
      </dsp:nvSpPr>
      <dsp:spPr>
        <a:xfrm>
          <a:off x="5157631" y="25676"/>
          <a:ext cx="2016165" cy="855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Throughput</a:t>
          </a:r>
          <a:r>
            <a:rPr lang="en-US" sz="1700" kern="1200"/>
            <a:t> → 3,600 parts/hour (1 per second).</a:t>
          </a:r>
        </a:p>
      </dsp:txBody>
      <dsp:txXfrm>
        <a:off x="5157631" y="25676"/>
        <a:ext cx="2016165" cy="855343"/>
      </dsp:txXfrm>
    </dsp:sp>
    <dsp:sp modelId="{A5103C39-98B6-428B-A868-2C2312C67A90}">
      <dsp:nvSpPr>
        <dsp:cNvPr id="0" name=""/>
        <dsp:cNvSpPr/>
      </dsp:nvSpPr>
      <dsp:spPr>
        <a:xfrm>
          <a:off x="712902" y="1555193"/>
          <a:ext cx="855343" cy="8553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95F81-1151-475B-ACD5-506059F1A373}">
      <dsp:nvSpPr>
        <dsp:cNvPr id="0" name=""/>
        <dsp:cNvSpPr/>
      </dsp:nvSpPr>
      <dsp:spPr>
        <a:xfrm>
          <a:off x="892524" y="1734815"/>
          <a:ext cx="496099" cy="496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FCC81-9DCE-4327-AD65-18F5EF433D86}">
      <dsp:nvSpPr>
        <dsp:cNvPr id="0" name=""/>
        <dsp:cNvSpPr/>
      </dsp:nvSpPr>
      <dsp:spPr>
        <a:xfrm>
          <a:off x="1751533" y="1555193"/>
          <a:ext cx="2016165" cy="855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Latency</a:t>
          </a:r>
          <a:r>
            <a:rPr lang="en-US" sz="1700" kern="1200"/>
            <a:t> → &lt;100 ms from camera capture to bin sorting.</a:t>
          </a:r>
        </a:p>
      </dsp:txBody>
      <dsp:txXfrm>
        <a:off x="1751533" y="1555193"/>
        <a:ext cx="2016165" cy="855343"/>
      </dsp:txXfrm>
    </dsp:sp>
    <dsp:sp modelId="{E995FB35-A162-43F0-9FB5-B88440650390}">
      <dsp:nvSpPr>
        <dsp:cNvPr id="0" name=""/>
        <dsp:cNvSpPr/>
      </dsp:nvSpPr>
      <dsp:spPr>
        <a:xfrm>
          <a:off x="4119000" y="1555193"/>
          <a:ext cx="855343" cy="8553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4E822-15D9-45B1-A0AD-CA5B97665B8A}">
      <dsp:nvSpPr>
        <dsp:cNvPr id="0" name=""/>
        <dsp:cNvSpPr/>
      </dsp:nvSpPr>
      <dsp:spPr>
        <a:xfrm>
          <a:off x="4298622" y="1734815"/>
          <a:ext cx="496099" cy="496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C1EF6-1087-430A-BD9C-0591396D4755}">
      <dsp:nvSpPr>
        <dsp:cNvPr id="0" name=""/>
        <dsp:cNvSpPr/>
      </dsp:nvSpPr>
      <dsp:spPr>
        <a:xfrm>
          <a:off x="5157631" y="1555193"/>
          <a:ext cx="2016165" cy="855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Reliability</a:t>
          </a:r>
          <a:r>
            <a:rPr lang="en-US" sz="1700" kern="1200"/>
            <a:t> → &gt;99.9% PLC command success rate.</a:t>
          </a:r>
        </a:p>
      </dsp:txBody>
      <dsp:txXfrm>
        <a:off x="5157631" y="1555193"/>
        <a:ext cx="2016165" cy="855343"/>
      </dsp:txXfrm>
    </dsp:sp>
    <dsp:sp modelId="{52F3BCEE-D896-4AC8-8734-BE4725D9017A}">
      <dsp:nvSpPr>
        <dsp:cNvPr id="0" name=""/>
        <dsp:cNvSpPr/>
      </dsp:nvSpPr>
      <dsp:spPr>
        <a:xfrm>
          <a:off x="712902" y="3084710"/>
          <a:ext cx="855343" cy="85534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F36F1-08CF-4F0E-9D90-61D2CE006CE0}">
      <dsp:nvSpPr>
        <dsp:cNvPr id="0" name=""/>
        <dsp:cNvSpPr/>
      </dsp:nvSpPr>
      <dsp:spPr>
        <a:xfrm>
          <a:off x="892524" y="3264332"/>
          <a:ext cx="496099" cy="496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6AA8D-3B85-4BFC-BCC5-1C16DAF46D51}">
      <dsp:nvSpPr>
        <dsp:cNvPr id="0" name=""/>
        <dsp:cNvSpPr/>
      </dsp:nvSpPr>
      <dsp:spPr>
        <a:xfrm>
          <a:off x="1751533" y="3084710"/>
          <a:ext cx="2016165" cy="855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Deployment</a:t>
          </a:r>
          <a:r>
            <a:rPr lang="en-US" sz="1700" kern="1200"/>
            <a:t> → Fully on edge, zero internet dependency.</a:t>
          </a:r>
        </a:p>
      </dsp:txBody>
      <dsp:txXfrm>
        <a:off x="1751533" y="3084710"/>
        <a:ext cx="2016165" cy="855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36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1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6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941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5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4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4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1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9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6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5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F633B-1A1A-4100-BA8D-A6F40888E7DE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BADF7-A4C7-4520-BAC1-8238DCDC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1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03F41AC-F690-4E67-BC22-50049D14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9BBCA1-89BA-4CF6-9CE0-7E8BEB04C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2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16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Picture 3" descr="Assorted colorful toy blocks">
            <a:extLst>
              <a:ext uri="{FF2B5EF4-FFF2-40B4-BE49-F238E27FC236}">
                <a16:creationId xmlns:a16="http://schemas.microsoft.com/office/drawing/2014/main" id="{28E46246-4595-C90F-56B3-CBE075BD9A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8036" r="53313" b="-1"/>
          <a:stretch>
            <a:fillRect/>
          </a:stretch>
        </p:blipFill>
        <p:spPr>
          <a:xfrm>
            <a:off x="5176839" y="6716"/>
            <a:ext cx="3967161" cy="6851284"/>
          </a:xfrm>
          <a:prstGeom prst="rect">
            <a:avLst/>
          </a:prstGeom>
          <a:effectLst>
            <a:softEdge rad="444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B6727C-29A3-AF46-D97D-294887CC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532" y="590062"/>
            <a:ext cx="4010449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</a:rPr>
              <a:t>Real Time AI-Powered Lego Sorting System </a:t>
            </a:r>
            <a:r>
              <a:rPr lang="en-US" sz="4900">
                <a:solidFill>
                  <a:srgbClr val="FFFFFF"/>
                </a:solidFill>
              </a:rPr>
              <a:t>for CFB</a:t>
            </a:r>
            <a:endParaRPr lang="en-US" sz="4900" dirty="0">
              <a:solidFill>
                <a:srgbClr val="FFFFFF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B65D8A2-EC69-49A4-8897-4C4FE08B7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0275" y="1606411"/>
            <a:ext cx="349094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16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5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75946" y="3505200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24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F587D-0928-F23E-24E3-BA1DEAAA5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/>
              <a:t>Problems</a:t>
            </a:r>
            <a:br>
              <a:rPr lang="en-US" sz="3500" b="1" dirty="0"/>
            </a:br>
            <a:endParaRPr lang="en-US" sz="35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CA97A9-7882-68A5-DC14-C7D9C6B3BA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895852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354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350B72-AA91-D9E9-0E2A-9FD04AB92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pPr algn="ctr"/>
            <a:r>
              <a:rPr lang="en-US" sz="3500" b="1"/>
              <a:t>Solution</a:t>
            </a:r>
            <a:br>
              <a:rPr lang="en-US" sz="3500" b="1"/>
            </a:br>
            <a:endParaRPr lang="en-US" sz="35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60A47-F866-A200-20CD-9199A57AAB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8130665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843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D7A93-A12A-CA3F-D8A1-458A91BF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rgbClr val="FFFFFF"/>
                </a:solidFill>
              </a:rPr>
              <a:t>Key Features</a:t>
            </a:r>
            <a:br>
              <a:rPr lang="en-US" sz="4100" b="1">
                <a:solidFill>
                  <a:srgbClr val="FFFFFF"/>
                </a:solidFill>
              </a:rPr>
            </a:br>
            <a:endParaRPr lang="en-US" sz="4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DD642-6B79-C6BC-66C7-508D5E3DE2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552703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887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9C129-150C-58CB-C85B-C3733391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0580"/>
            <a:ext cx="7372350" cy="1089529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rgbClr val="FFFFFF"/>
                </a:solidFill>
              </a:rPr>
              <a:t>Performance Highlights</a:t>
            </a:r>
            <a:br>
              <a:rPr lang="en-US" sz="3100" b="1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4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821124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336268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11DF4F-846B-B527-835B-4340E4BFF8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885644"/>
              </p:ext>
            </p:extLst>
          </p:nvPr>
        </p:nvGraphicFramePr>
        <p:xfrm>
          <a:off x="628650" y="2211233"/>
          <a:ext cx="78867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2474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238</Words>
  <Application>Microsoft Office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Real Time AI-Powered Lego Sorting System for CFB</vt:lpstr>
      <vt:lpstr>Problems </vt:lpstr>
      <vt:lpstr>Solution </vt:lpstr>
      <vt:lpstr>Key Features </vt:lpstr>
      <vt:lpstr>Performance Highlights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rizwan.majeed@athenasol.ai</dc:creator>
  <cp:lastModifiedBy>rizwan.majeed@athenasol.ai</cp:lastModifiedBy>
  <cp:revision>4</cp:revision>
  <dcterms:created xsi:type="dcterms:W3CDTF">2025-08-26T16:23:59Z</dcterms:created>
  <dcterms:modified xsi:type="dcterms:W3CDTF">2025-09-01T14:28:22Z</dcterms:modified>
</cp:coreProperties>
</file>